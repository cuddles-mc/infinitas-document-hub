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648" r:id="rId2"/>
  </p:sldMasterIdLst>
  <p:notesMasterIdLst>
    <p:notesMasterId r:id="rId5"/>
  </p:notesMasterIdLst>
  <p:sldIdLst>
    <p:sldId id="266" r:id="rId3"/>
    <p:sldId id="274" r:id="rId4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899"/>
    <a:srgbClr val="706F6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D051CA-20BE-48DE-A02B-02BB2E2276A2}" v="1" dt="2026-03-16T03:30:56.10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57" d="100"/>
          <a:sy n="57" d="100"/>
        </p:scale>
        <p:origin x="2361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ate McClenaghan" userId="44793885-2368-406e-9f6b-fead51c8a69d" providerId="ADAL" clId="{BD8C8928-673F-4AC2-8BA8-DDBB799DF79E}"/>
    <pc:docChg chg="undo custSel addSld delSld modSld sldOrd addMainMaster">
      <pc:chgData name="Tate McClenaghan" userId="44793885-2368-406e-9f6b-fead51c8a69d" providerId="ADAL" clId="{BD8C8928-673F-4AC2-8BA8-DDBB799DF79E}" dt="2026-03-16T03:30:56.097" v="636"/>
      <pc:docMkLst>
        <pc:docMk/>
      </pc:docMkLst>
      <pc:sldChg chg="add">
        <pc:chgData name="Tate McClenaghan" userId="44793885-2368-406e-9f6b-fead51c8a69d" providerId="ADAL" clId="{BD8C8928-673F-4AC2-8BA8-DDBB799DF79E}" dt="2026-03-16T03:30:56.097" v="636"/>
        <pc:sldMkLst>
          <pc:docMk/>
          <pc:sldMk cId="3941422164" sldId="27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31B1C-18B1-48B4-BE5D-1CC323AE5FD5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6E36A6-940E-43F7-8B77-3CCCF74A9B91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937705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15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662"/>
            </a:lvl1pPr>
            <a:lvl2pPr marL="316506" indent="0" algn="ctr">
              <a:buNone/>
              <a:defRPr sz="1385"/>
            </a:lvl2pPr>
            <a:lvl3pPr marL="633013" indent="0" algn="ctr">
              <a:buNone/>
              <a:defRPr sz="1246"/>
            </a:lvl3pPr>
            <a:lvl4pPr marL="949519" indent="0" algn="ctr">
              <a:buNone/>
              <a:defRPr sz="1108"/>
            </a:lvl4pPr>
            <a:lvl5pPr marL="1266025" indent="0" algn="ctr">
              <a:buNone/>
              <a:defRPr sz="1108"/>
            </a:lvl5pPr>
            <a:lvl6pPr marL="1582532" indent="0" algn="ctr">
              <a:buNone/>
              <a:defRPr sz="1108"/>
            </a:lvl6pPr>
            <a:lvl7pPr marL="1899038" indent="0" algn="ctr">
              <a:buNone/>
              <a:defRPr sz="1108"/>
            </a:lvl7pPr>
            <a:lvl8pPr marL="2215544" indent="0" algn="ctr">
              <a:buNone/>
              <a:defRPr sz="1108"/>
            </a:lvl8pPr>
            <a:lvl9pPr marL="2532050" indent="0" algn="ctr">
              <a:buNone/>
              <a:defRPr sz="1108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79303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15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662"/>
            </a:lvl1pPr>
            <a:lvl2pPr marL="316520" indent="0" algn="ctr">
              <a:buNone/>
              <a:defRPr sz="1385"/>
            </a:lvl2pPr>
            <a:lvl3pPr marL="633039" indent="0" algn="ctr">
              <a:buNone/>
              <a:defRPr sz="1246"/>
            </a:lvl3pPr>
            <a:lvl4pPr marL="949559" indent="0" algn="ctr">
              <a:buNone/>
              <a:defRPr sz="1108"/>
            </a:lvl4pPr>
            <a:lvl5pPr marL="1266078" indent="0" algn="ctr">
              <a:buNone/>
              <a:defRPr sz="1108"/>
            </a:lvl5pPr>
            <a:lvl6pPr marL="1582598" indent="0" algn="ctr">
              <a:buNone/>
              <a:defRPr sz="1108"/>
            </a:lvl6pPr>
            <a:lvl7pPr marL="1899117" indent="0" algn="ctr">
              <a:buNone/>
              <a:defRPr sz="1108"/>
            </a:lvl7pPr>
            <a:lvl8pPr marL="2215637" indent="0" algn="ctr">
              <a:buNone/>
              <a:defRPr sz="1108"/>
            </a:lvl8pPr>
            <a:lvl9pPr marL="2532156" indent="0" algn="ctr">
              <a:buNone/>
              <a:defRPr sz="1108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793038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350276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7" y="2469625"/>
            <a:ext cx="5915025" cy="4120620"/>
          </a:xfrm>
        </p:spPr>
        <p:txBody>
          <a:bodyPr anchor="b"/>
          <a:lstStyle>
            <a:lvl1pPr>
              <a:defRPr sz="4154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7" y="6629228"/>
            <a:ext cx="5915025" cy="2166937"/>
          </a:xfrm>
        </p:spPr>
        <p:txBody>
          <a:bodyPr/>
          <a:lstStyle>
            <a:lvl1pPr marL="0" indent="0">
              <a:buNone/>
              <a:defRPr sz="1662">
                <a:solidFill>
                  <a:schemeClr val="tx1">
                    <a:tint val="82000"/>
                  </a:schemeClr>
                </a:solidFill>
              </a:defRPr>
            </a:lvl1pPr>
            <a:lvl2pPr marL="316520" indent="0">
              <a:buNone/>
              <a:defRPr sz="1385">
                <a:solidFill>
                  <a:schemeClr val="tx1">
                    <a:tint val="82000"/>
                  </a:schemeClr>
                </a:solidFill>
              </a:defRPr>
            </a:lvl2pPr>
            <a:lvl3pPr marL="633039" indent="0">
              <a:buNone/>
              <a:defRPr sz="1246">
                <a:solidFill>
                  <a:schemeClr val="tx1">
                    <a:tint val="82000"/>
                  </a:schemeClr>
                </a:solidFill>
              </a:defRPr>
            </a:lvl3pPr>
            <a:lvl4pPr marL="949559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4pPr>
            <a:lvl5pPr marL="1266078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5pPr>
            <a:lvl6pPr marL="1582598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6pPr>
            <a:lvl7pPr marL="1899117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7pPr>
            <a:lvl8pPr marL="2215637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8pPr>
            <a:lvl9pPr marL="2532156" indent="0">
              <a:buNone/>
              <a:defRPr sz="110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751914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846813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6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2" y="2428347"/>
            <a:ext cx="2901255" cy="1190095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2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662" b="1"/>
            </a:lvl1pPr>
            <a:lvl2pPr marL="316520" indent="0">
              <a:buNone/>
              <a:defRPr sz="1385" b="1"/>
            </a:lvl2pPr>
            <a:lvl3pPr marL="633039" indent="0">
              <a:buNone/>
              <a:defRPr sz="1246" b="1"/>
            </a:lvl3pPr>
            <a:lvl4pPr marL="949559" indent="0">
              <a:buNone/>
              <a:defRPr sz="1108" b="1"/>
            </a:lvl4pPr>
            <a:lvl5pPr marL="1266078" indent="0">
              <a:buNone/>
              <a:defRPr sz="1108" b="1"/>
            </a:lvl5pPr>
            <a:lvl6pPr marL="1582598" indent="0">
              <a:buNone/>
              <a:defRPr sz="1108" b="1"/>
            </a:lvl6pPr>
            <a:lvl7pPr marL="1899117" indent="0">
              <a:buNone/>
              <a:defRPr sz="1108" b="1"/>
            </a:lvl7pPr>
            <a:lvl8pPr marL="2215637" indent="0">
              <a:buNone/>
              <a:defRPr sz="1108" b="1"/>
            </a:lvl8pPr>
            <a:lvl9pPr marL="2532156" indent="0">
              <a:buNone/>
              <a:defRPr sz="110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645210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27417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1892286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21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4"/>
            <a:ext cx="3471863" cy="7039681"/>
          </a:xfrm>
        </p:spPr>
        <p:txBody>
          <a:bodyPr/>
          <a:lstStyle>
            <a:lvl1pPr>
              <a:defRPr sz="2215"/>
            </a:lvl1pPr>
            <a:lvl2pPr>
              <a:defRPr sz="1938"/>
            </a:lvl2pPr>
            <a:lvl3pPr>
              <a:defRPr sz="1662"/>
            </a:lvl3pPr>
            <a:lvl4pPr>
              <a:defRPr sz="1385"/>
            </a:lvl4pPr>
            <a:lvl5pPr>
              <a:defRPr sz="1385"/>
            </a:lvl5pPr>
            <a:lvl6pPr>
              <a:defRPr sz="1385"/>
            </a:lvl6pPr>
            <a:lvl7pPr>
              <a:defRPr sz="1385"/>
            </a:lvl7pPr>
            <a:lvl8pPr>
              <a:defRPr sz="1385"/>
            </a:lvl8pPr>
            <a:lvl9pPr>
              <a:defRPr sz="138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108"/>
            </a:lvl1pPr>
            <a:lvl2pPr marL="316520" indent="0">
              <a:buNone/>
              <a:defRPr sz="969"/>
            </a:lvl2pPr>
            <a:lvl3pPr marL="633039" indent="0">
              <a:buNone/>
              <a:defRPr sz="831"/>
            </a:lvl3pPr>
            <a:lvl4pPr marL="949559" indent="0">
              <a:buNone/>
              <a:defRPr sz="692"/>
            </a:lvl4pPr>
            <a:lvl5pPr marL="1266078" indent="0">
              <a:buNone/>
              <a:defRPr sz="692"/>
            </a:lvl5pPr>
            <a:lvl6pPr marL="1582598" indent="0">
              <a:buNone/>
              <a:defRPr sz="692"/>
            </a:lvl6pPr>
            <a:lvl7pPr marL="1899117" indent="0">
              <a:buNone/>
              <a:defRPr sz="692"/>
            </a:lvl7pPr>
            <a:lvl8pPr marL="2215637" indent="0">
              <a:buNone/>
              <a:defRPr sz="692"/>
            </a:lvl8pPr>
            <a:lvl9pPr marL="2532156" indent="0">
              <a:buNone/>
              <a:defRPr sz="69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5153057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215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4"/>
            <a:ext cx="3471863" cy="7039681"/>
          </a:xfrm>
        </p:spPr>
        <p:txBody>
          <a:bodyPr anchor="t"/>
          <a:lstStyle>
            <a:lvl1pPr marL="0" indent="0">
              <a:buNone/>
              <a:defRPr sz="2215"/>
            </a:lvl1pPr>
            <a:lvl2pPr marL="316520" indent="0">
              <a:buNone/>
              <a:defRPr sz="1938"/>
            </a:lvl2pPr>
            <a:lvl3pPr marL="633039" indent="0">
              <a:buNone/>
              <a:defRPr sz="1662"/>
            </a:lvl3pPr>
            <a:lvl4pPr marL="949559" indent="0">
              <a:buNone/>
              <a:defRPr sz="1385"/>
            </a:lvl4pPr>
            <a:lvl5pPr marL="1266078" indent="0">
              <a:buNone/>
              <a:defRPr sz="1385"/>
            </a:lvl5pPr>
            <a:lvl6pPr marL="1582598" indent="0">
              <a:buNone/>
              <a:defRPr sz="1385"/>
            </a:lvl6pPr>
            <a:lvl7pPr marL="1899117" indent="0">
              <a:buNone/>
              <a:defRPr sz="1385"/>
            </a:lvl7pPr>
            <a:lvl8pPr marL="2215637" indent="0">
              <a:buNone/>
              <a:defRPr sz="1385"/>
            </a:lvl8pPr>
            <a:lvl9pPr marL="2532156" indent="0">
              <a:buNone/>
              <a:defRPr sz="1385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108"/>
            </a:lvl1pPr>
            <a:lvl2pPr marL="316520" indent="0">
              <a:buNone/>
              <a:defRPr sz="969"/>
            </a:lvl2pPr>
            <a:lvl3pPr marL="633039" indent="0">
              <a:buNone/>
              <a:defRPr sz="831"/>
            </a:lvl3pPr>
            <a:lvl4pPr marL="949559" indent="0">
              <a:buNone/>
              <a:defRPr sz="692"/>
            </a:lvl4pPr>
            <a:lvl5pPr marL="1266078" indent="0">
              <a:buNone/>
              <a:defRPr sz="692"/>
            </a:lvl5pPr>
            <a:lvl6pPr marL="1582598" indent="0">
              <a:buNone/>
              <a:defRPr sz="692"/>
            </a:lvl6pPr>
            <a:lvl7pPr marL="1899117" indent="0">
              <a:buNone/>
              <a:defRPr sz="692"/>
            </a:lvl7pPr>
            <a:lvl8pPr marL="2215637" indent="0">
              <a:buNone/>
              <a:defRPr sz="692"/>
            </a:lvl8pPr>
            <a:lvl9pPr marL="2532156" indent="0">
              <a:buNone/>
              <a:defRPr sz="69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964749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72448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6302535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6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8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1F60BF-FF8E-40AE-BBD5-8AC29A539981}" type="datetimeFigureOut">
              <a:rPr lang="en-NZ" smtClean="0"/>
              <a:t>16/03/2026</a:t>
            </a:fld>
            <a:endParaRPr lang="en-NZ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8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8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3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ED5A802-2DAA-4BE0-8418-CE912E81BEF6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78582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</p:sldLayoutIdLst>
  <p:txStyles>
    <p:titleStyle>
      <a:lvl1pPr algn="l" defTabSz="633039" rtl="0" eaLnBrk="1" latinLnBrk="0" hangingPunct="1">
        <a:lnSpc>
          <a:spcPct val="90000"/>
        </a:lnSpc>
        <a:spcBef>
          <a:spcPct val="0"/>
        </a:spcBef>
        <a:buNone/>
        <a:defRPr sz="30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8260" indent="-158260" algn="l" defTabSz="633039" rtl="0" eaLnBrk="1" latinLnBrk="0" hangingPunct="1">
        <a:lnSpc>
          <a:spcPct val="90000"/>
        </a:lnSpc>
        <a:spcBef>
          <a:spcPts val="692"/>
        </a:spcBef>
        <a:buFont typeface="Arial" panose="020B0604020202020204" pitchFamily="34" charset="0"/>
        <a:buChar char="•"/>
        <a:defRPr sz="1938" kern="1200">
          <a:solidFill>
            <a:schemeClr val="tx1"/>
          </a:solidFill>
          <a:latin typeface="+mn-lt"/>
          <a:ea typeface="+mn-ea"/>
          <a:cs typeface="+mn-cs"/>
        </a:defRPr>
      </a:lvl1pPr>
      <a:lvl2pPr marL="474779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791299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3pPr>
      <a:lvl4pPr marL="1107818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4pPr>
      <a:lvl5pPr marL="1424338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5pPr>
      <a:lvl6pPr marL="1740858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6pPr>
      <a:lvl7pPr marL="2057377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7pPr>
      <a:lvl8pPr marL="2373897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8pPr>
      <a:lvl9pPr marL="2690416" indent="-158260" algn="l" defTabSz="633039" rtl="0" eaLnBrk="1" latinLnBrk="0" hangingPunct="1">
        <a:lnSpc>
          <a:spcPct val="90000"/>
        </a:lnSpc>
        <a:spcBef>
          <a:spcPts val="346"/>
        </a:spcBef>
        <a:buFont typeface="Arial" panose="020B0604020202020204" pitchFamily="34" charset="0"/>
        <a:buChar char="•"/>
        <a:defRPr sz="124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1pPr>
      <a:lvl2pPr marL="316520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2pPr>
      <a:lvl3pPr marL="633039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3pPr>
      <a:lvl4pPr marL="949559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4pPr>
      <a:lvl5pPr marL="1266078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5pPr>
      <a:lvl6pPr marL="1582598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6pPr>
      <a:lvl7pPr marL="1899117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7pPr>
      <a:lvl8pPr marL="2215637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8pPr>
      <a:lvl9pPr marL="2532156" algn="l" defTabSz="633039" rtl="0" eaLnBrk="1" latinLnBrk="0" hangingPunct="1">
        <a:defRPr sz="124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4938" y="254415"/>
            <a:ext cx="7468881" cy="1058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82371"/>
            <a:ext cx="7468881" cy="4192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14938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35409" y="5888306"/>
            <a:ext cx="2627939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47442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30190" y="4254971"/>
            <a:ext cx="9338620" cy="5960001"/>
            <a:chOff x="0" y="0"/>
            <a:chExt cx="2063220" cy="123098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063220" cy="1230984"/>
            </a:xfrm>
            <a:custGeom>
              <a:avLst/>
              <a:gdLst/>
              <a:ahLst/>
              <a:cxnLst/>
              <a:rect l="l" t="t" r="r" b="b"/>
              <a:pathLst>
                <a:path w="2063220" h="1230984">
                  <a:moveTo>
                    <a:pt x="0" y="0"/>
                  </a:moveTo>
                  <a:lnTo>
                    <a:pt x="2063220" y="0"/>
                  </a:lnTo>
                  <a:lnTo>
                    <a:pt x="2063220" y="1230984"/>
                  </a:lnTo>
                  <a:lnTo>
                    <a:pt x="0" y="1230984"/>
                  </a:lnTo>
                  <a:close/>
                </a:path>
              </a:pathLst>
            </a:custGeom>
            <a:blipFill>
              <a:blip r:embed="rId2"/>
              <a:stretch>
                <a:fillRect t="-5919" b="-5919"/>
              </a:stretch>
            </a:blipFill>
          </p:spPr>
          <p:txBody>
            <a:bodyPr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 sz="1500">
                <a:latin typeface="Inter Bold" panose="020B0604020202020204" charset="0"/>
                <a:ea typeface="Inter Bold" panose="020B0604020202020204" charset="0"/>
              </a:endParaRPr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370169" y="5052587"/>
            <a:ext cx="3718222" cy="5162385"/>
            <a:chOff x="0" y="0"/>
            <a:chExt cx="618083" cy="858148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18083" cy="858148"/>
            </a:xfrm>
            <a:custGeom>
              <a:avLst/>
              <a:gdLst/>
              <a:ahLst/>
              <a:cxnLst/>
              <a:rect l="l" t="t" r="r" b="b"/>
              <a:pathLst>
                <a:path w="618083" h="858148">
                  <a:moveTo>
                    <a:pt x="0" y="0"/>
                  </a:moveTo>
                  <a:lnTo>
                    <a:pt x="618083" y="0"/>
                  </a:lnTo>
                  <a:lnTo>
                    <a:pt x="618083" y="858148"/>
                  </a:lnTo>
                  <a:lnTo>
                    <a:pt x="0" y="858148"/>
                  </a:lnTo>
                  <a:close/>
                </a:path>
              </a:pathLst>
            </a:custGeom>
            <a:solidFill>
              <a:srgbClr val="004899"/>
            </a:solidFill>
          </p:spPr>
          <p:txBody>
            <a:bodyPr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NZ" sz="1500">
                <a:latin typeface="Inter Bold" panose="020B0604020202020204" charset="0"/>
                <a:ea typeface="Inter Bold" panose="020B0604020202020204" charset="0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19050"/>
              <a:ext cx="618083" cy="839098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271"/>
                </a:lnSpc>
              </a:pPr>
              <a:endParaRPr sz="1500">
                <a:latin typeface="Inter Bold" panose="020B0604020202020204" charset="0"/>
                <a:ea typeface="Inter Bold" panose="020B0604020202020204" charset="0"/>
              </a:endParaRPr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686118" y="6385277"/>
            <a:ext cx="1719949" cy="2086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ts val="1596"/>
              </a:lnSpc>
            </a:pPr>
            <a:endParaRPr sz="1500">
              <a:latin typeface="Inter Bold" panose="020B0604020202020204" charset="0"/>
              <a:ea typeface="Inter Bold" panose="020B0604020202020204" charset="0"/>
            </a:endParaRPr>
          </a:p>
        </p:txBody>
      </p:sp>
      <p:grpSp>
        <p:nvGrpSpPr>
          <p:cNvPr id="10" name="Group 10"/>
          <p:cNvGrpSpPr/>
          <p:nvPr/>
        </p:nvGrpSpPr>
        <p:grpSpPr>
          <a:xfrm>
            <a:off x="730190" y="6302979"/>
            <a:ext cx="2970200" cy="3231056"/>
            <a:chOff x="0" y="19050"/>
            <a:chExt cx="4363629" cy="4746860"/>
          </a:xfrm>
        </p:grpSpPr>
        <p:sp>
          <p:nvSpPr>
            <p:cNvPr id="11" name="TextBox 11"/>
            <p:cNvSpPr txBox="1"/>
            <p:nvPr/>
          </p:nvSpPr>
          <p:spPr>
            <a:xfrm>
              <a:off x="85254" y="3499847"/>
              <a:ext cx="4278375" cy="1266063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 err="1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Infinitas</a:t>
              </a: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 Talent Limited</a:t>
              </a: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PO BOX 357, 2 Princes Street, Auckland, 1140</a:t>
              </a:r>
              <a:endParaRPr lang="en-NZ" altLang="en-US" sz="700">
                <a:solidFill>
                  <a:schemeClr val="bg1"/>
                </a:solidFill>
              </a:endParaRP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https://infinitas.co.nz   </a:t>
              </a: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Tel: +64 (0) 9218 6127 </a:t>
              </a:r>
            </a:p>
            <a:p>
              <a:pPr defTabSz="514344">
                <a:tabLst>
                  <a:tab pos="1611791" algn="ctr"/>
                  <a:tab pos="3223581" algn="r"/>
                </a:tabLst>
              </a:pPr>
              <a:endParaRPr lang="en-NZ" altLang="en-US" sz="700">
                <a:solidFill>
                  <a:schemeClr val="bg1"/>
                </a:solidFill>
              </a:endParaRP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These candidates are being represented by </a:t>
              </a:r>
              <a:r>
                <a:rPr lang="en-NZ" altLang="en-US" sz="700" err="1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Infinitas</a:t>
              </a: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 Talent Limited.</a:t>
              </a:r>
              <a:endParaRPr lang="en-NZ" altLang="en-US" sz="700">
                <a:solidFill>
                  <a:schemeClr val="bg1"/>
                </a:solidFill>
              </a:endParaRP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Our standard terms of business will apply.</a:t>
              </a:r>
            </a:p>
            <a:p>
              <a:pPr defTabSz="514344">
                <a:tabLst>
                  <a:tab pos="1611791" algn="ctr"/>
                  <a:tab pos="3223581" algn="r"/>
                </a:tabLst>
              </a:pPr>
              <a:r>
                <a:rPr lang="en-NZ" altLang="en-US" sz="700">
                  <a:solidFill>
                    <a:schemeClr val="bg1"/>
                  </a:solidFill>
                  <a:ea typeface="Calibri" panose="020F0502020204030204" pitchFamily="34" charset="0"/>
                  <a:cs typeface="Arial" panose="020B0604020202020204" pitchFamily="34" charset="0"/>
                </a:rPr>
                <a:t>This document is private and confidential.</a:t>
              </a:r>
              <a:endParaRPr lang="en-NZ" altLang="en-US" sz="1200">
                <a:solidFill>
                  <a:schemeClr val="bg1"/>
                </a:solidFill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273945"/>
              <a:ext cx="2526839" cy="30777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just">
                <a:lnSpc>
                  <a:spcPts val="1596"/>
                </a:lnSpc>
              </a:pPr>
              <a:r>
                <a:rPr lang="en-US" sz="1451" b="1" dirty="0" err="1">
                  <a:solidFill>
                    <a:srgbClr val="FFFFFF"/>
                  </a:solidFill>
                  <a:latin typeface="Inter Bold" panose="020B0604020202020204" charset="0"/>
                  <a:ea typeface="Inter Bold" panose="020B0604020202020204" charset="0"/>
                  <a:cs typeface="Mark OT 1 Heavy"/>
                  <a:sym typeface="Mark OT 1 Heavy"/>
                </a:rPr>
                <a:t>Infinitas</a:t>
              </a:r>
              <a:endParaRPr lang="en-US" sz="1451" b="1" dirty="0">
                <a:solidFill>
                  <a:srgbClr val="FFFFFF"/>
                </a:solidFill>
                <a:latin typeface="Inter Bold" panose="020B0604020202020204" charset="0"/>
                <a:ea typeface="Inter Bold" panose="020B0604020202020204" charset="0"/>
                <a:cs typeface="Mark OT 1 Heavy"/>
                <a:sym typeface="Mark OT 1 Heavy"/>
              </a:endParaRP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19050"/>
              <a:ext cx="2224442" cy="23938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ts val="1271"/>
                </a:lnSpc>
              </a:pPr>
              <a:r>
                <a:rPr lang="en-US" sz="1271" spc="-32">
                  <a:solidFill>
                    <a:srgbClr val="FFFFFF"/>
                  </a:solidFill>
                  <a:latin typeface="Inter Bold" panose="020B0604020202020204" charset="0"/>
                  <a:ea typeface="Inter Bold" panose="020B0604020202020204" charset="0"/>
                  <a:cs typeface="DM Sans"/>
                  <a:sym typeface="DM Sans"/>
                </a:rPr>
                <a:t>Prepared by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962491"/>
              <a:ext cx="2224441" cy="24492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l">
                <a:lnSpc>
                  <a:spcPts val="1271"/>
                </a:lnSpc>
              </a:pPr>
              <a:r>
                <a:rPr lang="en-US" sz="1271" spc="-32">
                  <a:solidFill>
                    <a:srgbClr val="FFFFFF"/>
                  </a:solidFill>
                  <a:latin typeface="Inter Bold" panose="020B0604020202020204" charset="0"/>
                  <a:ea typeface="Inter Bold" panose="020B0604020202020204" charset="0"/>
                  <a:cs typeface="DM Sans"/>
                  <a:sym typeface="DM Sans"/>
                </a:rPr>
                <a:t>Prepared for: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-1628843" y="2681906"/>
            <a:ext cx="5755625" cy="3590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817"/>
              </a:lnSpc>
            </a:pPr>
            <a:r>
              <a:rPr lang="en-US" sz="2400" b="1" dirty="0">
                <a:solidFill>
                  <a:srgbClr val="004899"/>
                </a:solidFill>
                <a:latin typeface="Inter Bold" panose="020B0604020202020204" charset="0"/>
                <a:ea typeface="Inter Bold" panose="020B0604020202020204" charset="0"/>
                <a:cs typeface="Mark OT 2 Heavy"/>
                <a:sym typeface="Mark OT 2 Heavy"/>
              </a:rPr>
              <a:t>Shortlist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199843" y="9190406"/>
            <a:ext cx="88744" cy="23585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ts val="2032"/>
              </a:lnSpc>
              <a:spcBef>
                <a:spcPct val="0"/>
              </a:spcBef>
            </a:pPr>
            <a:r>
              <a:rPr lang="en-US" sz="1451" b="1">
                <a:solidFill>
                  <a:srgbClr val="004898"/>
                </a:solidFill>
                <a:latin typeface="Inter Bold" panose="020B0604020202020204" charset="0"/>
                <a:ea typeface="Inter Bold" panose="020B0604020202020204" charset="0"/>
                <a:cs typeface="Public Sans Bold"/>
                <a:sym typeface="Public Sans Bold"/>
              </a:rPr>
              <a:t>1</a:t>
            </a:r>
          </a:p>
        </p:txBody>
      </p:sp>
      <p:sp>
        <p:nvSpPr>
          <p:cNvPr id="7" name="Freeform 7"/>
          <p:cNvSpPr>
            <a:spLocks/>
          </p:cNvSpPr>
          <p:nvPr/>
        </p:nvSpPr>
        <p:spPr>
          <a:xfrm>
            <a:off x="521787" y="971098"/>
            <a:ext cx="3446025" cy="832781"/>
          </a:xfrm>
          <a:custGeom>
            <a:avLst/>
            <a:gdLst/>
            <a:ahLst/>
            <a:cxnLst/>
            <a:rect l="l" t="t" r="r" b="b"/>
            <a:pathLst>
              <a:path w="4037179" h="4037179">
                <a:moveTo>
                  <a:pt x="0" y="0"/>
                </a:moveTo>
                <a:lnTo>
                  <a:pt x="4037180" y="0"/>
                </a:lnTo>
                <a:lnTo>
                  <a:pt x="4037180" y="4037179"/>
                </a:lnTo>
                <a:lnTo>
                  <a:pt x="0" y="4037179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2771" t="-207835" r="-12593" b="-227121"/>
            </a:stretch>
          </a:blipFill>
        </p:spPr>
        <p:txBody>
          <a:bodyPr/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NZ" sz="1500">
              <a:latin typeface="Inter Bold" panose="020B0604020202020204" charset="0"/>
              <a:ea typeface="Inter Bold" panose="020B0604020202020204" charset="0"/>
            </a:endParaRPr>
          </a:p>
        </p:txBody>
      </p:sp>
      <p:sp>
        <p:nvSpPr>
          <p:cNvPr id="19" name="TextBox 19"/>
          <p:cNvSpPr txBox="1">
            <a:spLocks/>
          </p:cNvSpPr>
          <p:nvPr/>
        </p:nvSpPr>
        <p:spPr>
          <a:xfrm>
            <a:off x="686118" y="2051434"/>
            <a:ext cx="6441749" cy="6056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ts val="51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sz="3400" b="1" dirty="0">
                <a:solidFill>
                  <a:srgbClr val="004899"/>
                </a:solidFill>
                <a:latin typeface="Inter Bold" panose="020B0604020202020204" charset="0"/>
                <a:ea typeface="Inter Bold" panose="020B0604020202020204" charset="0"/>
                <a:cs typeface="Mark OT 1 Heavy"/>
                <a:sym typeface="Mark OT 1 Heavy"/>
              </a:rPr>
              <a:t>CHIEF EXECUTIVE OFFICER</a:t>
            </a:r>
          </a:p>
        </p:txBody>
      </p:sp>
      <p:sp>
        <p:nvSpPr>
          <p:cNvPr id="24" name="TextBox 12">
            <a:extLst>
              <a:ext uri="{FF2B5EF4-FFF2-40B4-BE49-F238E27FC236}">
                <a16:creationId xmlns:a16="http://schemas.microsoft.com/office/drawing/2014/main" id="{BC842A90-5421-5412-793F-41403CD5A531}"/>
              </a:ext>
            </a:extLst>
          </p:cNvPr>
          <p:cNvSpPr txBox="1"/>
          <p:nvPr/>
        </p:nvSpPr>
        <p:spPr>
          <a:xfrm>
            <a:off x="730190" y="7147825"/>
            <a:ext cx="1719949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ts val="1596"/>
              </a:lnSpc>
            </a:pPr>
            <a:r>
              <a:rPr lang="en-US" sz="1451" b="1" dirty="0">
                <a:solidFill>
                  <a:srgbClr val="FFFFFF"/>
                </a:solidFill>
                <a:latin typeface="Inter Bold" panose="020B0604020202020204" charset="0"/>
                <a:ea typeface="Inter Bold" panose="020B0604020202020204" charset="0"/>
                <a:cs typeface="Mark OT 1 Heavy"/>
                <a:sym typeface="Mark OT 1 Heavy"/>
              </a:rPr>
              <a:t>Unico Group</a:t>
            </a:r>
          </a:p>
        </p:txBody>
      </p:sp>
    </p:spTree>
    <p:extLst>
      <p:ext uri="{BB962C8B-B14F-4D97-AF65-F5344CB8AC3E}">
        <p14:creationId xmlns:p14="http://schemas.microsoft.com/office/powerpoint/2010/main" val="40735634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28CE0-98E3-F09C-2894-5E684CC91F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Bar">
            <a:extLst>
              <a:ext uri="{FF2B5EF4-FFF2-40B4-BE49-F238E27FC236}">
                <a16:creationId xmlns:a16="http://schemas.microsoft.com/office/drawing/2014/main" id="{2183C1C6-2288-1547-26F0-734366D2C27F}"/>
              </a:ext>
            </a:extLst>
          </p:cNvPr>
          <p:cNvSpPr/>
          <p:nvPr/>
        </p:nvSpPr>
        <p:spPr>
          <a:xfrm>
            <a:off x="0" y="9525000"/>
            <a:ext cx="6858000" cy="381000"/>
          </a:xfrm>
          <a:prstGeom prst="rect">
            <a:avLst/>
          </a:prstGeom>
          <a:solidFill>
            <a:srgbClr val="004899"/>
          </a:solidFill>
          <a:ln>
            <a:noFill/>
          </a:ln>
        </p:spPr>
        <p:txBody>
          <a:bodyPr/>
          <a:lstStyle/>
          <a:p>
            <a:endParaRPr lang="en-NZ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93F0481-94F8-7253-2884-D95547AC7AF9}"/>
              </a:ext>
            </a:extLst>
          </p:cNvPr>
          <p:cNvSpPr>
            <a:spLocks/>
          </p:cNvSpPr>
          <p:nvPr/>
        </p:nvSpPr>
        <p:spPr>
          <a:xfrm>
            <a:off x="-42935" y="-17569"/>
            <a:ext cx="6941489" cy="4781725"/>
          </a:xfrm>
          <a:prstGeom prst="roundRect">
            <a:avLst>
              <a:gd name="adj" fmla="val 0"/>
            </a:avLst>
          </a:prstGeom>
          <a:solidFill>
            <a:srgbClr val="004899"/>
          </a:solidFill>
          <a:ln>
            <a:noFill/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4019" numCol="2" rtlCol="0" anchor="t" anchorCtr="0"/>
          <a:lstStyle/>
          <a:p>
            <a:endParaRPr lang="en-NZ" sz="701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730D17-CB42-D586-5C53-5F5EF429BB2E}"/>
              </a:ext>
            </a:extLst>
          </p:cNvPr>
          <p:cNvSpPr txBox="1">
            <a:spLocks/>
          </p:cNvSpPr>
          <p:nvPr/>
        </p:nvSpPr>
        <p:spPr>
          <a:xfrm>
            <a:off x="397086" y="129895"/>
            <a:ext cx="19853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NZ" b="1" dirty="0">
                <a:solidFill>
                  <a:schemeClr val="bg1"/>
                </a:solidFill>
                <a:ea typeface="Roboto" panose="02000000000000000000" pitchFamily="2" charset="0"/>
                <a:cs typeface="Roboto" panose="02000000000000000000" pitchFamily="2" charset="0"/>
              </a:rPr>
              <a:t>Phillip Worsley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FBD6999-8248-1B7C-C6F3-3AA736010ED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10157690"/>
              </p:ext>
            </p:extLst>
          </p:nvPr>
        </p:nvGraphicFramePr>
        <p:xfrm>
          <a:off x="192428" y="2209085"/>
          <a:ext cx="6519606" cy="2436950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1325979">
                  <a:extLst>
                    <a:ext uri="{9D8B030D-6E8A-4147-A177-3AD203B41FA5}">
                      <a16:colId xmlns:a16="http://schemas.microsoft.com/office/drawing/2014/main" val="2119135538"/>
                    </a:ext>
                  </a:extLst>
                </a:gridCol>
                <a:gridCol w="2214694">
                  <a:extLst>
                    <a:ext uri="{9D8B030D-6E8A-4147-A177-3AD203B41FA5}">
                      <a16:colId xmlns:a16="http://schemas.microsoft.com/office/drawing/2014/main" val="819543413"/>
                    </a:ext>
                  </a:extLst>
                </a:gridCol>
                <a:gridCol w="813732">
                  <a:extLst>
                    <a:ext uri="{9D8B030D-6E8A-4147-A177-3AD203B41FA5}">
                      <a16:colId xmlns:a16="http://schemas.microsoft.com/office/drawing/2014/main" val="2699358850"/>
                    </a:ext>
                  </a:extLst>
                </a:gridCol>
                <a:gridCol w="738231">
                  <a:extLst>
                    <a:ext uri="{9D8B030D-6E8A-4147-A177-3AD203B41FA5}">
                      <a16:colId xmlns:a16="http://schemas.microsoft.com/office/drawing/2014/main" val="3271143972"/>
                    </a:ext>
                  </a:extLst>
                </a:gridCol>
                <a:gridCol w="1426970">
                  <a:extLst>
                    <a:ext uri="{9D8B030D-6E8A-4147-A177-3AD203B41FA5}">
                      <a16:colId xmlns:a16="http://schemas.microsoft.com/office/drawing/2014/main" val="3189428181"/>
                    </a:ext>
                  </a:extLst>
                </a:gridCol>
              </a:tblGrid>
              <a:tr h="1944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Company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Title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Start 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End Date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Duration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48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1709464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Lumino The Dentists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General Manager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Jan 2020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Apr 2024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4 years, 3 months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32386465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Spark New Zealand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Omni Channel Tribe Lead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Jul 2018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Aug 2019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1 year, 1 month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119857621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sz="900" dirty="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Head of Channel Operations and Planning (Sales and Service)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Jul 2017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Jul 2018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1 year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97637566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sz="900"/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Head of Sales Operations and Planning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Oct 2012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Jun 2017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4 years, 8 months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44235647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Vodafone Qatar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Head of Commercial Operations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Aug 2008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Aug 2012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4 years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48223456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Vodafone NZ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General Manager Fixed Assets, Commissions and Finance Systems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Jun 2003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Jul 2008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5 years, 1 month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3714475"/>
                  </a:ext>
                </a:extLst>
              </a:tr>
              <a:tr h="29536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b="1"/>
                        <a:t>Cap Gemini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Executive Consultant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Jan 1997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/>
                        <a:t>Jan 2003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dirty="0"/>
                        <a:t>6 years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561870309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3915800-A36C-9EBB-5E49-28CB0EAD2FC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68670625"/>
              </p:ext>
            </p:extLst>
          </p:nvPr>
        </p:nvGraphicFramePr>
        <p:xfrm>
          <a:off x="2256639" y="562308"/>
          <a:ext cx="4455395" cy="1291944"/>
        </p:xfrm>
        <a:graphic>
          <a:graphicData uri="http://schemas.openxmlformats.org/drawingml/2006/table">
            <a:tbl>
              <a:tblPr bandRow="1">
                <a:tableStyleId>{2D5ABB26-0587-4C30-8999-92F81FD0307C}</a:tableStyleId>
              </a:tblPr>
              <a:tblGrid>
                <a:gridCol w="1932175">
                  <a:extLst>
                    <a:ext uri="{9D8B030D-6E8A-4147-A177-3AD203B41FA5}">
                      <a16:colId xmlns:a16="http://schemas.microsoft.com/office/drawing/2014/main" val="2252499205"/>
                    </a:ext>
                  </a:extLst>
                </a:gridCol>
                <a:gridCol w="2523220">
                  <a:extLst>
                    <a:ext uri="{9D8B030D-6E8A-4147-A177-3AD203B41FA5}">
                      <a16:colId xmlns:a16="http://schemas.microsoft.com/office/drawing/2014/main" val="3268057789"/>
                    </a:ext>
                  </a:extLst>
                </a:gridCol>
              </a:tblGrid>
              <a:tr h="26090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b="1">
                          <a:solidFill>
                            <a:schemeClr val="bg1"/>
                          </a:solidFill>
                        </a:rPr>
                        <a:t>Notice Period</a:t>
                      </a:r>
                      <a:endParaRPr lang="en-NZ" sz="90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900" i="1">
                          <a:solidFill>
                            <a:schemeClr val="bg1"/>
                          </a:solidFill>
                        </a:rPr>
                        <a:t>Immediately</a:t>
                      </a:r>
                      <a:endParaRPr lang="en-NZ" sz="900" i="1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037502"/>
                  </a:ext>
                </a:extLst>
              </a:tr>
              <a:tr h="2500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b="1" dirty="0">
                          <a:solidFill>
                            <a:schemeClr val="bg1"/>
                          </a:solidFill>
                        </a:rPr>
                        <a:t>Base Salary Expectation</a:t>
                      </a:r>
                      <a:endParaRPr lang="en-NZ" sz="9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>
                          <a:solidFill>
                            <a:schemeClr val="bg1"/>
                          </a:solidFill>
                        </a:rPr>
                        <a:t>$300,000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863457"/>
                  </a:ext>
                </a:extLst>
              </a:tr>
              <a:tr h="390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b="1" dirty="0">
                          <a:solidFill>
                            <a:schemeClr val="bg1"/>
                          </a:solidFill>
                        </a:rPr>
                        <a:t>Education</a:t>
                      </a:r>
                      <a:endParaRPr lang="en-NZ" sz="900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>
                          <a:solidFill>
                            <a:schemeClr val="bg1"/>
                          </a:solidFill>
                        </a:rPr>
                        <a:t>Bachelor of Commerce</a:t>
                      </a:r>
                      <a:endParaRPr lang="en-NZ" sz="900" dirty="0">
                        <a:solidFill>
                          <a:schemeClr val="bg1"/>
                        </a:solidFill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2871463"/>
                  </a:ext>
                </a:extLst>
              </a:tr>
              <a:tr h="390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NZ" sz="900" b="1" dirty="0">
                          <a:solidFill>
                            <a:schemeClr val="bg1"/>
                          </a:solidFill>
                        </a:rPr>
                        <a:t>Professional Qualifications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sz="900" dirty="0">
                          <a:solidFill>
                            <a:schemeClr val="bg1"/>
                          </a:solidFill>
                        </a:rPr>
                        <a:t>ACMA (UK), CIMA</a:t>
                      </a:r>
                      <a:br>
                        <a:rPr lang="en-GB" sz="900" dirty="0"/>
                      </a:br>
                      <a:r>
                        <a:rPr lang="en-GB" sz="900" dirty="0">
                          <a:solidFill>
                            <a:schemeClr val="bg1"/>
                          </a:solidFill>
                        </a:rPr>
                        <a:t>Chartered Accountant (NZ)</a:t>
                      </a:r>
                      <a:endParaRPr lang="en-NZ" sz="900" dirty="0">
                        <a:solidFill>
                          <a:schemeClr val="bg1"/>
                        </a:solidFill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5026894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8B85A-34F0-BCB9-BF83-E9D5D4C3EB4E}"/>
              </a:ext>
            </a:extLst>
          </p:cNvPr>
          <p:cNvSpPr txBox="1">
            <a:spLocks/>
          </p:cNvSpPr>
          <p:nvPr/>
        </p:nvSpPr>
        <p:spPr>
          <a:xfrm>
            <a:off x="94746" y="9578283"/>
            <a:ext cx="6617288" cy="274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100"/>
              </a:spcAft>
            </a:pPr>
            <a:r>
              <a:rPr lang="en-NZ" sz="600" dirty="0" err="1">
                <a:solidFill>
                  <a:schemeClr val="bg1"/>
                </a:solidFill>
                <a:latin typeface="DM Sans"/>
              </a:rPr>
              <a:t>Infinitas</a:t>
            </a:r>
            <a:r>
              <a:rPr lang="en-NZ" sz="600" dirty="0">
                <a:solidFill>
                  <a:schemeClr val="bg1"/>
                </a:solidFill>
                <a:latin typeface="DM Sans"/>
              </a:rPr>
              <a:t> Talent Limited  |  2 Princes Street, Auckland 1010  |  +64 9 218 6127  |  infinitas.co.nz</a:t>
            </a:r>
          </a:p>
          <a:p>
            <a:pPr algn="ctr"/>
            <a:r>
              <a:rPr lang="en-NZ" sz="500" dirty="0">
                <a:solidFill>
                  <a:schemeClr val="bg1"/>
                </a:solidFill>
                <a:latin typeface="DM Sans"/>
              </a:rPr>
              <a:t>This document is private and confidential. These candidates are being represented by </a:t>
            </a:r>
            <a:r>
              <a:rPr lang="en-NZ" sz="500" dirty="0" err="1">
                <a:solidFill>
                  <a:schemeClr val="bg1"/>
                </a:solidFill>
                <a:latin typeface="DM Sans"/>
              </a:rPr>
              <a:t>Infinitas</a:t>
            </a:r>
            <a:r>
              <a:rPr lang="en-NZ" sz="500" dirty="0">
                <a:solidFill>
                  <a:schemeClr val="bg1"/>
                </a:solidFill>
                <a:latin typeface="DM Sans"/>
              </a:rPr>
              <a:t> Talent Limited</a:t>
            </a:r>
            <a:endParaRPr lang="en-NZ" altLang="en-US" sz="400" dirty="0">
              <a:solidFill>
                <a:schemeClr val="bg1"/>
              </a:solidFill>
            </a:endParaRPr>
          </a:p>
        </p:txBody>
      </p:sp>
      <p:pic>
        <p:nvPicPr>
          <p:cNvPr id="10" name="Picture 9" descr="image.jpg">
            <a:extLst>
              <a:ext uri="{FF2B5EF4-FFF2-40B4-BE49-F238E27FC236}">
                <a16:creationId xmlns:a16="http://schemas.microsoft.com/office/drawing/2014/main" id="{62E44896-BF96-72AF-F3C1-996CED9707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94" y="562308"/>
            <a:ext cx="1388495" cy="1395359"/>
          </a:xfrm>
          <a:prstGeom prst="rect">
            <a:avLst/>
          </a:prstGeom>
        </p:spPr>
      </p:pic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446741-8BD6-7BA0-9FA2-53EECEB8C760}"/>
              </a:ext>
            </a:extLst>
          </p:cNvPr>
          <p:cNvSpPr>
            <a:spLocks/>
          </p:cNvSpPr>
          <p:nvPr/>
        </p:nvSpPr>
        <p:spPr>
          <a:xfrm>
            <a:off x="143587" y="4888976"/>
            <a:ext cx="6568447" cy="452728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>
            <a:solidFill>
              <a:srgbClr val="004899"/>
            </a:solidFill>
          </a:ln>
          <a:effectLst>
            <a:softEdge rad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rtlCol="0" anchor="t" anchorCtr="0"/>
          <a:lstStyle/>
          <a:p>
            <a:endParaRPr lang="en-NZ" sz="900" dirty="0">
              <a:solidFill>
                <a:schemeClr val="tx1"/>
              </a:solidFill>
            </a:endParaRPr>
          </a:p>
          <a:p>
            <a:pPr algn="just"/>
            <a:r>
              <a:rPr lang="en-NZ" sz="900" dirty="0">
                <a:solidFill>
                  <a:schemeClr val="tx1"/>
                </a:solidFill>
              </a:rPr>
              <a:t>Lorem ipsum </a:t>
            </a:r>
            <a:r>
              <a:rPr lang="en-NZ" sz="900" dirty="0" err="1">
                <a:solidFill>
                  <a:schemeClr val="tx1"/>
                </a:solidFill>
              </a:rPr>
              <a:t>dolor</a:t>
            </a:r>
            <a:r>
              <a:rPr lang="en-NZ" sz="900" dirty="0">
                <a:solidFill>
                  <a:schemeClr val="tx1"/>
                </a:solidFill>
              </a:rPr>
              <a:t> sit </a:t>
            </a:r>
            <a:r>
              <a:rPr lang="en-NZ" sz="900" dirty="0" err="1">
                <a:solidFill>
                  <a:schemeClr val="tx1"/>
                </a:solidFill>
              </a:rPr>
              <a:t>amet</a:t>
            </a:r>
            <a:r>
              <a:rPr lang="en-NZ" sz="900" dirty="0">
                <a:solidFill>
                  <a:schemeClr val="tx1"/>
                </a:solidFill>
              </a:rPr>
              <a:t>, </a:t>
            </a:r>
            <a:r>
              <a:rPr lang="en-NZ" sz="900" dirty="0" err="1">
                <a:solidFill>
                  <a:schemeClr val="tx1"/>
                </a:solidFill>
              </a:rPr>
              <a:t>consectetur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adipiscing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elit</a:t>
            </a:r>
            <a:r>
              <a:rPr lang="en-NZ" sz="900" dirty="0">
                <a:solidFill>
                  <a:schemeClr val="tx1"/>
                </a:solidFill>
              </a:rPr>
              <a:t>. Sed do </a:t>
            </a:r>
            <a:r>
              <a:rPr lang="en-NZ" sz="900" dirty="0" err="1">
                <a:solidFill>
                  <a:schemeClr val="tx1"/>
                </a:solidFill>
              </a:rPr>
              <a:t>eiusmod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tempor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incididunt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ut</a:t>
            </a:r>
            <a:r>
              <a:rPr lang="en-NZ" sz="900" dirty="0">
                <a:solidFill>
                  <a:schemeClr val="tx1"/>
                </a:solidFill>
              </a:rPr>
              <a:t> labore et dolore magna aliqua._x000B__x000B_Ut </a:t>
            </a:r>
            <a:r>
              <a:rPr lang="en-NZ" sz="900" dirty="0" err="1">
                <a:solidFill>
                  <a:schemeClr val="tx1"/>
                </a:solidFill>
              </a:rPr>
              <a:t>enim</a:t>
            </a:r>
            <a:r>
              <a:rPr lang="en-NZ" sz="900" dirty="0">
                <a:solidFill>
                  <a:schemeClr val="tx1"/>
                </a:solidFill>
              </a:rPr>
              <a:t> ad minim </a:t>
            </a:r>
            <a:r>
              <a:rPr lang="en-NZ" sz="900" dirty="0" err="1">
                <a:solidFill>
                  <a:schemeClr val="tx1"/>
                </a:solidFill>
              </a:rPr>
              <a:t>veniam</a:t>
            </a:r>
            <a:r>
              <a:rPr lang="en-NZ" sz="900" dirty="0">
                <a:solidFill>
                  <a:schemeClr val="tx1"/>
                </a:solidFill>
              </a:rPr>
              <a:t>, </a:t>
            </a:r>
            <a:r>
              <a:rPr lang="en-NZ" sz="900" dirty="0" err="1">
                <a:solidFill>
                  <a:schemeClr val="tx1"/>
                </a:solidFill>
              </a:rPr>
              <a:t>quis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nostrud</a:t>
            </a:r>
            <a:r>
              <a:rPr lang="en-NZ" sz="900" dirty="0">
                <a:solidFill>
                  <a:schemeClr val="tx1"/>
                </a:solidFill>
              </a:rPr>
              <a:t> exercitation </a:t>
            </a:r>
            <a:r>
              <a:rPr lang="en-NZ" sz="900" dirty="0" err="1">
                <a:solidFill>
                  <a:schemeClr val="tx1"/>
                </a:solidFill>
              </a:rPr>
              <a:t>ullamco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laboris</a:t>
            </a:r>
            <a:r>
              <a:rPr lang="en-NZ" sz="900" dirty="0">
                <a:solidFill>
                  <a:schemeClr val="tx1"/>
                </a:solidFill>
              </a:rPr>
              <a:t> nisi </a:t>
            </a:r>
            <a:r>
              <a:rPr lang="en-NZ" sz="900" dirty="0" err="1">
                <a:solidFill>
                  <a:schemeClr val="tx1"/>
                </a:solidFill>
              </a:rPr>
              <a:t>ut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aliquip</a:t>
            </a:r>
            <a:r>
              <a:rPr lang="en-NZ" sz="900" dirty="0">
                <a:solidFill>
                  <a:schemeClr val="tx1"/>
                </a:solidFill>
              </a:rPr>
              <a:t> ex </a:t>
            </a:r>
            <a:r>
              <a:rPr lang="en-NZ" sz="900" dirty="0" err="1">
                <a:solidFill>
                  <a:schemeClr val="tx1"/>
                </a:solidFill>
              </a:rPr>
              <a:t>ea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commodo</a:t>
            </a:r>
            <a:r>
              <a:rPr lang="en-NZ" sz="900" dirty="0">
                <a:solidFill>
                  <a:schemeClr val="tx1"/>
                </a:solidFill>
              </a:rPr>
              <a:t> consequat._x000B__x000B_Duis </a:t>
            </a:r>
            <a:r>
              <a:rPr lang="en-NZ" sz="900" dirty="0" err="1">
                <a:solidFill>
                  <a:schemeClr val="tx1"/>
                </a:solidFill>
              </a:rPr>
              <a:t>aute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irure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dolor</a:t>
            </a:r>
            <a:r>
              <a:rPr lang="en-NZ" sz="900" dirty="0">
                <a:solidFill>
                  <a:schemeClr val="tx1"/>
                </a:solidFill>
              </a:rPr>
              <a:t> in </a:t>
            </a:r>
            <a:r>
              <a:rPr lang="en-NZ" sz="900" dirty="0" err="1">
                <a:solidFill>
                  <a:schemeClr val="tx1"/>
                </a:solidFill>
              </a:rPr>
              <a:t>reprehenderit</a:t>
            </a:r>
            <a:r>
              <a:rPr lang="en-NZ" sz="900" dirty="0">
                <a:solidFill>
                  <a:schemeClr val="tx1"/>
                </a:solidFill>
              </a:rPr>
              <a:t> in </a:t>
            </a:r>
            <a:r>
              <a:rPr lang="en-NZ" sz="900" dirty="0" err="1">
                <a:solidFill>
                  <a:schemeClr val="tx1"/>
                </a:solidFill>
              </a:rPr>
              <a:t>voluptate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velit</a:t>
            </a:r>
            <a:r>
              <a:rPr lang="en-NZ" sz="900" dirty="0">
                <a:solidFill>
                  <a:schemeClr val="tx1"/>
                </a:solidFill>
              </a:rPr>
              <a:t> esse </a:t>
            </a:r>
            <a:r>
              <a:rPr lang="en-NZ" sz="900" dirty="0" err="1">
                <a:solidFill>
                  <a:schemeClr val="tx1"/>
                </a:solidFill>
              </a:rPr>
              <a:t>cillum</a:t>
            </a:r>
            <a:r>
              <a:rPr lang="en-NZ" sz="900" dirty="0">
                <a:solidFill>
                  <a:schemeClr val="tx1"/>
                </a:solidFill>
              </a:rPr>
              <a:t> dolore </a:t>
            </a:r>
            <a:r>
              <a:rPr lang="en-NZ" sz="900" dirty="0" err="1">
                <a:solidFill>
                  <a:schemeClr val="tx1"/>
                </a:solidFill>
              </a:rPr>
              <a:t>eu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fugiat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nulla</a:t>
            </a:r>
            <a:r>
              <a:rPr lang="en-NZ" sz="900" dirty="0">
                <a:solidFill>
                  <a:schemeClr val="tx1"/>
                </a:solidFill>
              </a:rPr>
              <a:t> </a:t>
            </a:r>
            <a:r>
              <a:rPr lang="en-NZ" sz="900" dirty="0" err="1">
                <a:solidFill>
                  <a:schemeClr val="tx1"/>
                </a:solidFill>
              </a:rPr>
              <a:t>pariatur</a:t>
            </a:r>
            <a:r>
              <a:rPr lang="en-NZ" sz="900" dirty="0">
                <a:solidFill>
                  <a:schemeClr val="tx1"/>
                </a:solidFill>
              </a:rPr>
              <a:t>.</a:t>
            </a: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/>
            <a:endParaRPr lang="en-NZ" sz="900" dirty="0">
              <a:solidFill>
                <a:schemeClr val="tx1"/>
              </a:solidFill>
            </a:endParaRPr>
          </a:p>
          <a:p>
            <a:pPr algn="just">
              <a:lnSpc>
                <a:spcPct val="107000"/>
              </a:lnSpc>
              <a:spcAft>
                <a:spcPts val="800"/>
              </a:spcAft>
              <a:buNone/>
            </a:pPr>
            <a:endParaRPr lang="en-NZ" sz="900" kern="100" dirty="0">
              <a:solidFill>
                <a:schemeClr val="tx1"/>
              </a:solidFill>
              <a:effectLst/>
              <a:latin typeface="Aptos" panose="020B0004020202020204" pitchFamily="34" charset="0"/>
              <a:ea typeface="Aptos" panose="020B00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58369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New Test Shortlist - Copy" id="{B8B717F7-D9FE-47E9-961C-FC975D9CCF8D}" vid="{D596B08B-8456-4213-9A4A-0164D29CC2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New Test Shortlist - Template</Template>
  <TotalTime>24</TotalTime>
  <Words>310</Words>
  <Application>Microsoft Office PowerPoint</Application>
  <PresentationFormat>A4 Paper (210x297 mm)</PresentationFormat>
  <Paragraphs>75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DM Sans</vt:lpstr>
      <vt:lpstr>Inter Bold</vt:lpstr>
      <vt:lpstr>Roboto</vt:lpstr>
      <vt:lpstr>Office Theme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Aimee Mather</dc:creator>
  <cp:lastModifiedBy>Tate McClenaghan</cp:lastModifiedBy>
  <cp:revision>3</cp:revision>
  <dcterms:created xsi:type="dcterms:W3CDTF">2025-11-04T00:28:23Z</dcterms:created>
  <dcterms:modified xsi:type="dcterms:W3CDTF">2026-03-16T07:07:40Z</dcterms:modified>
</cp:coreProperties>
</file>