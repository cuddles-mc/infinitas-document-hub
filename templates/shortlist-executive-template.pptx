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48" r:id="rId2"/>
  </p:sldMasterIdLst>
  <p:notesMasterIdLst>
    <p:notesMasterId r:id="rId6"/>
  </p:notesMasterIdLst>
  <p:sldIdLst>
    <p:sldId id="256" r:id="rId3"/>
    <p:sldId id="274" r:id="rId4"/>
    <p:sldId id="277" r:id="rId5"/>
  </p:sldIdLst>
  <p:sldSz cx="9906000" cy="6858000" type="A4"/>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899"/>
    <a:srgbClr val="706F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051CA-20BE-48DE-A02B-02BB2E2276A2}" v="1" dt="2026-03-16T03:30:56.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632" y="6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te McClenaghan" userId="44793885-2368-406e-9f6b-fead51c8a69d" providerId="ADAL" clId="{BD8C8928-673F-4AC2-8BA8-DDBB799DF79E}"/>
    <pc:docChg chg="undo custSel addSld delSld modSld sldOrd addMainMaster">
      <pc:chgData name="Tate McClenaghan" userId="44793885-2368-406e-9f6b-fead51c8a69d" providerId="ADAL" clId="{BD8C8928-673F-4AC2-8BA8-DDBB799DF79E}" dt="2026-03-16T03:30:56.097" v="636"/>
      <pc:docMkLst>
        <pc:docMk/>
      </pc:docMkLst>
      <pc:sldChg chg="add">
        <pc:chgData name="Tate McClenaghan" userId="44793885-2368-406e-9f6b-fead51c8a69d" providerId="ADAL" clId="{BD8C8928-673F-4AC2-8BA8-DDBB799DF79E}" dt="2026-03-16T03:30:56.097" v="636"/>
        <pc:sldMkLst>
          <pc:docMk/>
          <pc:sldMk cId="3941422164"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94B31B1C-18B1-48B4-BE5D-1CC323AE5FD5}" type="datetimeFigureOut">
              <a:rPr lang="en-NZ" smtClean="0"/>
              <a:t>17/03/2026</a:t>
            </a:fld>
            <a:endParaRPr lang="en-NZ"/>
          </a:p>
        </p:txBody>
      </p:sp>
      <p:sp>
        <p:nvSpPr>
          <p:cNvPr id="4" name="Slide Image Placeholder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4A6E36A6-940E-43F7-8B77-3CCCF74A9B91}" type="slidenum">
              <a:rPr lang="en-NZ" smtClean="0"/>
              <a:t>‹#›</a:t>
            </a:fld>
            <a:endParaRPr lang="en-NZ"/>
          </a:p>
        </p:txBody>
      </p:sp>
    </p:spTree>
    <p:extLst>
      <p:ext uri="{BB962C8B-B14F-4D97-AF65-F5344CB8AC3E}">
        <p14:creationId xmlns:p14="http://schemas.microsoft.com/office/powerpoint/2010/main" val="393770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1"/>
            </a:lvl1pPr>
            <a:lvl2pPr marL="457161" indent="0" algn="ctr">
              <a:buNone/>
              <a:defRPr sz="2000"/>
            </a:lvl2pPr>
            <a:lvl3pPr marL="914324" indent="0" algn="ctr">
              <a:buNone/>
              <a:defRPr sz="1800"/>
            </a:lvl3pPr>
            <a:lvl4pPr marL="1371485" indent="0" algn="ctr">
              <a:buNone/>
              <a:defRPr sz="1600"/>
            </a:lvl4pPr>
            <a:lvl5pPr marL="1828647" indent="0" algn="ctr">
              <a:buNone/>
              <a:defRPr sz="1600"/>
            </a:lvl5pPr>
            <a:lvl6pPr marL="2285809" indent="0" algn="ctr">
              <a:buNone/>
              <a:defRPr sz="1600"/>
            </a:lvl6pPr>
            <a:lvl7pPr marL="2742970" indent="0" algn="ctr">
              <a:buNone/>
              <a:defRPr sz="1600"/>
            </a:lvl7pPr>
            <a:lvl8pPr marL="3200132" indent="0" algn="ctr">
              <a:buNone/>
              <a:defRPr sz="1600"/>
            </a:lvl8pPr>
            <a:lvl9pPr marL="3657293"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A1F60BF-FF8E-40AE-BBD5-8AC29A539981}" type="datetimeFigureOut">
              <a:rPr lang="en-NZ" smtClean="0"/>
              <a:t>17/03/2026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179303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1"/>
            </a:lvl1pPr>
            <a:lvl2pPr marL="457181" indent="0" algn="ctr">
              <a:buNone/>
              <a:defRPr sz="2000"/>
            </a:lvl2pPr>
            <a:lvl3pPr marL="914362" indent="0" algn="ctr">
              <a:buNone/>
              <a:defRPr sz="1800"/>
            </a:lvl3pPr>
            <a:lvl4pPr marL="1371543" indent="0" algn="ctr">
              <a:buNone/>
              <a:defRPr sz="1600"/>
            </a:lvl4pPr>
            <a:lvl5pPr marL="1828723" indent="0" algn="ctr">
              <a:buNone/>
              <a:defRPr sz="1600"/>
            </a:lvl5pPr>
            <a:lvl6pPr marL="2285905" indent="0" algn="ctr">
              <a:buNone/>
              <a:defRPr sz="1600"/>
            </a:lvl6pPr>
            <a:lvl7pPr marL="2743085" indent="0" algn="ctr">
              <a:buNone/>
              <a:defRPr sz="1600"/>
            </a:lvl7pPr>
            <a:lvl8pPr marL="3200266" indent="0" algn="ctr">
              <a:buNone/>
              <a:defRPr sz="1600"/>
            </a:lvl8pPr>
            <a:lvl9pPr marL="36574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A1F60BF-FF8E-40AE-BBD5-8AC29A539981}" type="datetimeFigureOut">
              <a:rPr lang="en-NZ" smtClean="0"/>
              <a:t>17/03/2026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179303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1F60BF-FF8E-40AE-BBD5-8AC29A539981}" type="datetimeFigureOut">
              <a:rPr lang="en-NZ" smtClean="0"/>
              <a:t>17/03/2026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350276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81" y="1709740"/>
            <a:ext cx="8543925"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75881" y="4589466"/>
            <a:ext cx="8543925" cy="1500187"/>
          </a:xfrm>
        </p:spPr>
        <p:txBody>
          <a:bodyPr/>
          <a:lstStyle>
            <a:lvl1pPr marL="0" indent="0">
              <a:buNone/>
              <a:defRPr sz="2401">
                <a:solidFill>
                  <a:schemeClr val="tx1">
                    <a:tint val="82000"/>
                  </a:schemeClr>
                </a:solidFill>
              </a:defRPr>
            </a:lvl1pPr>
            <a:lvl2pPr marL="457181" indent="0">
              <a:buNone/>
              <a:defRPr sz="2000">
                <a:solidFill>
                  <a:schemeClr val="tx1">
                    <a:tint val="82000"/>
                  </a:schemeClr>
                </a:solidFill>
              </a:defRPr>
            </a:lvl2pPr>
            <a:lvl3pPr marL="914362" indent="0">
              <a:buNone/>
              <a:defRPr sz="1800">
                <a:solidFill>
                  <a:schemeClr val="tx1">
                    <a:tint val="82000"/>
                  </a:schemeClr>
                </a:solidFill>
              </a:defRPr>
            </a:lvl3pPr>
            <a:lvl4pPr marL="1371543" indent="0">
              <a:buNone/>
              <a:defRPr sz="1600">
                <a:solidFill>
                  <a:schemeClr val="tx1">
                    <a:tint val="82000"/>
                  </a:schemeClr>
                </a:solidFill>
              </a:defRPr>
            </a:lvl4pPr>
            <a:lvl5pPr marL="1828723" indent="0">
              <a:buNone/>
              <a:defRPr sz="1600">
                <a:solidFill>
                  <a:schemeClr val="tx1">
                    <a:tint val="82000"/>
                  </a:schemeClr>
                </a:solidFill>
              </a:defRPr>
            </a:lvl5pPr>
            <a:lvl6pPr marL="2285905" indent="0">
              <a:buNone/>
              <a:defRPr sz="1600">
                <a:solidFill>
                  <a:schemeClr val="tx1">
                    <a:tint val="82000"/>
                  </a:schemeClr>
                </a:solidFill>
              </a:defRPr>
            </a:lvl6pPr>
            <a:lvl7pPr marL="2743085" indent="0">
              <a:buNone/>
              <a:defRPr sz="1600">
                <a:solidFill>
                  <a:schemeClr val="tx1">
                    <a:tint val="82000"/>
                  </a:schemeClr>
                </a:solidFill>
              </a:defRPr>
            </a:lvl7pPr>
            <a:lvl8pPr marL="3200266" indent="0">
              <a:buNone/>
              <a:defRPr sz="1600">
                <a:solidFill>
                  <a:schemeClr val="tx1">
                    <a:tint val="82000"/>
                  </a:schemeClr>
                </a:solidFill>
              </a:defRPr>
            </a:lvl8pPr>
            <a:lvl9pPr marL="3657446"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1F60BF-FF8E-40AE-BBD5-8AC29A539981}" type="datetimeFigureOut">
              <a:rPr lang="en-NZ" smtClean="0"/>
              <a:t>17/03/2026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751914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A1F60BF-FF8E-40AE-BBD5-8AC29A539981}" type="datetimeFigureOut">
              <a:rPr lang="en-NZ" smtClean="0"/>
              <a:t>17/03/2026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846813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9" y="365127"/>
            <a:ext cx="8543925" cy="1325563"/>
          </a:xfrm>
        </p:spPr>
        <p:txBody>
          <a:bodyPr/>
          <a:lstStyle/>
          <a:p>
            <a:r>
              <a:rPr lang="en-US"/>
              <a:t>Click to edit Master title style</a:t>
            </a:r>
          </a:p>
        </p:txBody>
      </p:sp>
      <p:sp>
        <p:nvSpPr>
          <p:cNvPr id="3" name="Text Placeholder 2"/>
          <p:cNvSpPr>
            <a:spLocks noGrp="1"/>
          </p:cNvSpPr>
          <p:nvPr>
            <p:ph type="body" idx="1"/>
          </p:nvPr>
        </p:nvSpPr>
        <p:spPr>
          <a:xfrm>
            <a:off x="682330" y="1681164"/>
            <a:ext cx="4190702" cy="823912"/>
          </a:xfrm>
        </p:spPr>
        <p:txBody>
          <a:bodyPr anchor="b"/>
          <a:lstStyle>
            <a:lvl1pPr marL="0" indent="0">
              <a:buNone/>
              <a:defRPr sz="2401" b="1"/>
            </a:lvl1pPr>
            <a:lvl2pPr marL="457181" indent="0">
              <a:buNone/>
              <a:defRPr sz="2000" b="1"/>
            </a:lvl2pPr>
            <a:lvl3pPr marL="914362" indent="0">
              <a:buNone/>
              <a:defRPr sz="1800" b="1"/>
            </a:lvl3pPr>
            <a:lvl4pPr marL="1371543" indent="0">
              <a:buNone/>
              <a:defRPr sz="1600" b="1"/>
            </a:lvl4pPr>
            <a:lvl5pPr marL="1828723" indent="0">
              <a:buNone/>
              <a:defRPr sz="1600" b="1"/>
            </a:lvl5pPr>
            <a:lvl6pPr marL="2285905" indent="0">
              <a:buNone/>
              <a:defRPr sz="1600" b="1"/>
            </a:lvl6pPr>
            <a:lvl7pPr marL="2743085" indent="0">
              <a:buNone/>
              <a:defRPr sz="1600" b="1"/>
            </a:lvl7pPr>
            <a:lvl8pPr marL="3200266" indent="0">
              <a:buNone/>
              <a:defRPr sz="1600" b="1"/>
            </a:lvl8pPr>
            <a:lvl9pPr marL="3657446"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30" y="2505076"/>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14914" y="1681164"/>
            <a:ext cx="4211340" cy="823912"/>
          </a:xfrm>
        </p:spPr>
        <p:txBody>
          <a:bodyPr anchor="b"/>
          <a:lstStyle>
            <a:lvl1pPr marL="0" indent="0">
              <a:buNone/>
              <a:defRPr sz="2401" b="1"/>
            </a:lvl1pPr>
            <a:lvl2pPr marL="457181" indent="0">
              <a:buNone/>
              <a:defRPr sz="2000" b="1"/>
            </a:lvl2pPr>
            <a:lvl3pPr marL="914362" indent="0">
              <a:buNone/>
              <a:defRPr sz="1800" b="1"/>
            </a:lvl3pPr>
            <a:lvl4pPr marL="1371543" indent="0">
              <a:buNone/>
              <a:defRPr sz="1600" b="1"/>
            </a:lvl4pPr>
            <a:lvl5pPr marL="1828723" indent="0">
              <a:buNone/>
              <a:defRPr sz="1600" b="1"/>
            </a:lvl5pPr>
            <a:lvl6pPr marL="2285905" indent="0">
              <a:buNone/>
              <a:defRPr sz="1600" b="1"/>
            </a:lvl6pPr>
            <a:lvl7pPr marL="2743085" indent="0">
              <a:buNone/>
              <a:defRPr sz="1600" b="1"/>
            </a:lvl7pPr>
            <a:lvl8pPr marL="3200266" indent="0">
              <a:buNone/>
              <a:defRPr sz="1600" b="1"/>
            </a:lvl8pPr>
            <a:lvl9pPr marL="365744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4" y="2505076"/>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A1F60BF-FF8E-40AE-BBD5-8AC29A539981}" type="datetimeFigureOut">
              <a:rPr lang="en-NZ" smtClean="0"/>
              <a:t>17/03/2026</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464521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1F60BF-FF8E-40AE-BBD5-8AC29A539981}" type="datetimeFigureOut">
              <a:rPr lang="en-NZ" smtClean="0"/>
              <a:t>17/03/2026</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22741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1F60BF-FF8E-40AE-BBD5-8AC29A539981}" type="datetimeFigureOut">
              <a:rPr lang="en-NZ" smtClean="0"/>
              <a:t>17/03/2026</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189228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4" cy="1600200"/>
          </a:xfrm>
        </p:spPr>
        <p:txBody>
          <a:bodyPr anchor="b"/>
          <a:lstStyle>
            <a:lvl1pPr>
              <a:defRPr sz="3199"/>
            </a:lvl1pPr>
          </a:lstStyle>
          <a:p>
            <a:r>
              <a:rPr lang="en-US"/>
              <a:t>Click to edit Master title style</a:t>
            </a:r>
          </a:p>
        </p:txBody>
      </p:sp>
      <p:sp>
        <p:nvSpPr>
          <p:cNvPr id="3" name="Content Placeholder 2"/>
          <p:cNvSpPr>
            <a:spLocks noGrp="1"/>
          </p:cNvSpPr>
          <p:nvPr>
            <p:ph idx="1"/>
          </p:nvPr>
        </p:nvSpPr>
        <p:spPr>
          <a:xfrm>
            <a:off x="4211341" y="987428"/>
            <a:ext cx="5014913" cy="4873625"/>
          </a:xfrm>
        </p:spPr>
        <p:txBody>
          <a:bodyPr/>
          <a:lstStyle>
            <a:lvl1pPr>
              <a:defRPr sz="3199"/>
            </a:lvl1pPr>
            <a:lvl2pPr>
              <a:defRPr sz="2799"/>
            </a:lvl2pPr>
            <a:lvl3pPr>
              <a:defRPr sz="2401"/>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2328" y="2057400"/>
            <a:ext cx="3194944" cy="3811588"/>
          </a:xfrm>
        </p:spPr>
        <p:txBody>
          <a:bodyPr/>
          <a:lstStyle>
            <a:lvl1pPr marL="0" indent="0">
              <a:buNone/>
              <a:defRPr sz="1600"/>
            </a:lvl1pPr>
            <a:lvl2pPr marL="457181" indent="0">
              <a:buNone/>
              <a:defRPr sz="1400"/>
            </a:lvl2pPr>
            <a:lvl3pPr marL="914362" indent="0">
              <a:buNone/>
              <a:defRPr sz="1200"/>
            </a:lvl3pPr>
            <a:lvl4pPr marL="1371543" indent="0">
              <a:buNone/>
              <a:defRPr sz="1000"/>
            </a:lvl4pPr>
            <a:lvl5pPr marL="1828723" indent="0">
              <a:buNone/>
              <a:defRPr sz="1000"/>
            </a:lvl5pPr>
            <a:lvl6pPr marL="2285905" indent="0">
              <a:buNone/>
              <a:defRPr sz="1000"/>
            </a:lvl6pPr>
            <a:lvl7pPr marL="2743085" indent="0">
              <a:buNone/>
              <a:defRPr sz="1000"/>
            </a:lvl7pPr>
            <a:lvl8pPr marL="3200266" indent="0">
              <a:buNone/>
              <a:defRPr sz="1000"/>
            </a:lvl8pPr>
            <a:lvl9pPr marL="365744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1F60BF-FF8E-40AE-BBD5-8AC29A539981}" type="datetimeFigureOut">
              <a:rPr lang="en-NZ" smtClean="0"/>
              <a:t>17/03/2026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515305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4" cy="1600200"/>
          </a:xfrm>
        </p:spPr>
        <p:txBody>
          <a:bodyPr anchor="b"/>
          <a:lstStyle>
            <a:lvl1pPr>
              <a:defRPr sz="3199"/>
            </a:lvl1pPr>
          </a:lstStyle>
          <a:p>
            <a:r>
              <a:rPr lang="en-US"/>
              <a:t>Click to edit Master title style</a:t>
            </a:r>
          </a:p>
        </p:txBody>
      </p:sp>
      <p:sp>
        <p:nvSpPr>
          <p:cNvPr id="3" name="Picture Placeholder 2"/>
          <p:cNvSpPr>
            <a:spLocks noGrp="1" noChangeAspect="1"/>
          </p:cNvSpPr>
          <p:nvPr>
            <p:ph type="pic" idx="1"/>
          </p:nvPr>
        </p:nvSpPr>
        <p:spPr>
          <a:xfrm>
            <a:off x="4211341" y="987428"/>
            <a:ext cx="5014913" cy="4873625"/>
          </a:xfrm>
        </p:spPr>
        <p:txBody>
          <a:bodyPr anchor="t"/>
          <a:lstStyle>
            <a:lvl1pPr marL="0" indent="0">
              <a:buNone/>
              <a:defRPr sz="3199"/>
            </a:lvl1pPr>
            <a:lvl2pPr marL="457181" indent="0">
              <a:buNone/>
              <a:defRPr sz="2799"/>
            </a:lvl2pPr>
            <a:lvl3pPr marL="914362" indent="0">
              <a:buNone/>
              <a:defRPr sz="2401"/>
            </a:lvl3pPr>
            <a:lvl4pPr marL="1371543" indent="0">
              <a:buNone/>
              <a:defRPr sz="2000"/>
            </a:lvl4pPr>
            <a:lvl5pPr marL="1828723" indent="0">
              <a:buNone/>
              <a:defRPr sz="2000"/>
            </a:lvl5pPr>
            <a:lvl6pPr marL="2285905" indent="0">
              <a:buNone/>
              <a:defRPr sz="2000"/>
            </a:lvl6pPr>
            <a:lvl7pPr marL="2743085" indent="0">
              <a:buNone/>
              <a:defRPr sz="2000"/>
            </a:lvl7pPr>
            <a:lvl8pPr marL="3200266" indent="0">
              <a:buNone/>
              <a:defRPr sz="2000"/>
            </a:lvl8pPr>
            <a:lvl9pPr marL="3657446" indent="0">
              <a:buNone/>
              <a:defRPr sz="2000"/>
            </a:lvl9pPr>
          </a:lstStyle>
          <a:p>
            <a:r>
              <a:rPr lang="en-US"/>
              <a:t>Click icon to add picture</a:t>
            </a:r>
          </a:p>
        </p:txBody>
      </p:sp>
      <p:sp>
        <p:nvSpPr>
          <p:cNvPr id="4" name="Text Placeholder 3"/>
          <p:cNvSpPr>
            <a:spLocks noGrp="1"/>
          </p:cNvSpPr>
          <p:nvPr>
            <p:ph type="body" sz="half" idx="2"/>
          </p:nvPr>
        </p:nvSpPr>
        <p:spPr>
          <a:xfrm>
            <a:off x="682328" y="2057400"/>
            <a:ext cx="3194944" cy="3811588"/>
          </a:xfrm>
        </p:spPr>
        <p:txBody>
          <a:bodyPr/>
          <a:lstStyle>
            <a:lvl1pPr marL="0" indent="0">
              <a:buNone/>
              <a:defRPr sz="1600"/>
            </a:lvl1pPr>
            <a:lvl2pPr marL="457181" indent="0">
              <a:buNone/>
              <a:defRPr sz="1400"/>
            </a:lvl2pPr>
            <a:lvl3pPr marL="914362" indent="0">
              <a:buNone/>
              <a:defRPr sz="1200"/>
            </a:lvl3pPr>
            <a:lvl4pPr marL="1371543" indent="0">
              <a:buNone/>
              <a:defRPr sz="1000"/>
            </a:lvl4pPr>
            <a:lvl5pPr marL="1828723" indent="0">
              <a:buNone/>
              <a:defRPr sz="1000"/>
            </a:lvl5pPr>
            <a:lvl6pPr marL="2285905" indent="0">
              <a:buNone/>
              <a:defRPr sz="1000"/>
            </a:lvl6pPr>
            <a:lvl7pPr marL="2743085" indent="0">
              <a:buNone/>
              <a:defRPr sz="1000"/>
            </a:lvl7pPr>
            <a:lvl8pPr marL="3200266" indent="0">
              <a:buNone/>
              <a:defRPr sz="1000"/>
            </a:lvl8pPr>
            <a:lvl9pPr marL="365744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1F60BF-FF8E-40AE-BBD5-8AC29A539981}" type="datetimeFigureOut">
              <a:rPr lang="en-NZ" smtClean="0"/>
              <a:t>17/03/2026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964749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1F60BF-FF8E-40AE-BBD5-8AC29A539981}" type="datetimeFigureOut">
              <a:rPr lang="en-NZ" smtClean="0"/>
              <a:t>17/03/2026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4724485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1F60BF-FF8E-40AE-BBD5-8AC29A539981}" type="datetimeFigureOut">
              <a:rPr lang="en-NZ" smtClean="0"/>
              <a:t>17/03/2026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630253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11"/>
        <p:cNvGrpSpPr/>
        <p:nvPr/>
      </p:nvGrpSpPr>
      <p:grpSpPr>
        <a:xfrm>
          <a:off x="0" y="0"/>
          <a:ext cx="0" cy="0"/>
          <a:chOff x="0" y="0"/>
          <a:chExt cx="0" cy="0"/>
        </a:xfrm>
      </p:grpSpPr>
      <p:sp>
        <p:nvSpPr>
          <p:cNvPr id="12" name="Google Shape;12;p27"/>
          <p:cNvSpPr>
            <a:spLocks noGrp="1"/>
          </p:cNvSpPr>
          <p:nvPr>
            <p:ph type="pic" idx="2"/>
          </p:nvPr>
        </p:nvSpPr>
        <p:spPr>
          <a:xfrm>
            <a:off x="5524908" y="1485900"/>
            <a:ext cx="3706504" cy="4564063"/>
          </a:xfrm>
          <a:prstGeom prst="rect">
            <a:avLst/>
          </a:prstGeom>
          <a:solidFill>
            <a:schemeClr val="lt1"/>
          </a:solidFill>
          <a:ln w="9525" cap="flat" cmpd="sng">
            <a:solidFill>
              <a:schemeClr val="dk1"/>
            </a:solidFill>
            <a:prstDash val="solid"/>
            <a:round/>
            <a:headEnd type="none" w="sm" len="sm"/>
            <a:tailEnd type="none" w="sm" len="sm"/>
          </a:ln>
        </p:spPr>
        <p:txBody>
          <a:bodyPr/>
          <a:lstStyle/>
          <a:p>
            <a:endParaRPr lang="en-NZ"/>
          </a:p>
        </p:txBody>
      </p:sp>
    </p:spTree>
    <p:extLst>
      <p:ext uri="{BB962C8B-B14F-4D97-AF65-F5344CB8AC3E}">
        <p14:creationId xmlns:p14="http://schemas.microsoft.com/office/powerpoint/2010/main" val="1780171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9" y="365127"/>
            <a:ext cx="8543925"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1039"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1F60BF-FF8E-40AE-BBD5-8AC29A539981}" type="datetimeFigureOut">
              <a:rPr lang="en-NZ" smtClean="0"/>
              <a:t>17/03/2026</a:t>
            </a:fld>
            <a:endParaRPr lang="en-NZ"/>
          </a:p>
        </p:txBody>
      </p:sp>
      <p:sp>
        <p:nvSpPr>
          <p:cNvPr id="5" name="Footer Placeholder 4"/>
          <p:cNvSpPr>
            <a:spLocks noGrp="1"/>
          </p:cNvSpPr>
          <p:nvPr>
            <p:ph type="ftr" sz="quarter" idx="3"/>
          </p:nvPr>
        </p:nvSpPr>
        <p:spPr>
          <a:xfrm>
            <a:off x="3281364" y="6356353"/>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D5A802-2DAA-4BE0-8418-CE912E81BEF6}" type="slidenum">
              <a:rPr lang="en-NZ" smtClean="0"/>
              <a:t>‹#›</a:t>
            </a:fld>
            <a:endParaRPr lang="en-NZ"/>
          </a:p>
        </p:txBody>
      </p:sp>
    </p:spTree>
    <p:extLst>
      <p:ext uri="{BB962C8B-B14F-4D97-AF65-F5344CB8AC3E}">
        <p14:creationId xmlns:p14="http://schemas.microsoft.com/office/powerpoint/2010/main" val="3378582945"/>
      </p:ext>
    </p:extLst>
  </p:cSld>
  <p:clrMap bg1="lt1" tx1="dk1" bg2="lt2" tx2="dk2" accent1="accent1" accent2="accent2" accent3="accent3" accent4="accent4" accent5="accent5" accent6="accent6" hlink="hlink" folHlink="folHlink"/>
  <p:sldLayoutIdLst>
    <p:sldLayoutId id="2147483708"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txStyles>
    <p:titleStyle>
      <a:lvl1pPr algn="l" defTabSz="91436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2"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771" indent="-228591" algn="l" defTabSz="914362" rtl="0" eaLnBrk="1" latinLnBrk="0" hangingPunct="1">
        <a:lnSpc>
          <a:spcPct val="90000"/>
        </a:lnSpc>
        <a:spcBef>
          <a:spcPts val="500"/>
        </a:spcBef>
        <a:buFont typeface="Arial" panose="020B0604020202020204" pitchFamily="34" charset="0"/>
        <a:buChar char="•"/>
        <a:defRPr sz="2401" kern="1200">
          <a:solidFill>
            <a:schemeClr val="tx1"/>
          </a:solidFill>
          <a:latin typeface="+mn-lt"/>
          <a:ea typeface="+mn-ea"/>
          <a:cs typeface="+mn-cs"/>
        </a:defRPr>
      </a:lvl2pPr>
      <a:lvl3pPr marL="1142952" indent="-228591" algn="l" defTabSz="91436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2" indent="-228591" algn="l" defTabSz="9143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4" indent="-228591" algn="l" defTabSz="9143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5" indent="-228591" algn="l" defTabSz="9143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75" indent="-228591" algn="l" defTabSz="9143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57" indent="-228591" algn="l" defTabSz="9143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37" indent="-228591" algn="l" defTabSz="91436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2" rtl="0" eaLnBrk="1" latinLnBrk="0" hangingPunct="1">
        <a:defRPr sz="1800" kern="1200">
          <a:solidFill>
            <a:schemeClr val="tx1"/>
          </a:solidFill>
          <a:latin typeface="+mn-lt"/>
          <a:ea typeface="+mn-ea"/>
          <a:cs typeface="+mn-cs"/>
        </a:defRPr>
      </a:lvl1pPr>
      <a:lvl2pPr marL="457181" algn="l" defTabSz="914362" rtl="0" eaLnBrk="1" latinLnBrk="0" hangingPunct="1">
        <a:defRPr sz="1800" kern="1200">
          <a:solidFill>
            <a:schemeClr val="tx1"/>
          </a:solidFill>
          <a:latin typeface="+mn-lt"/>
          <a:ea typeface="+mn-ea"/>
          <a:cs typeface="+mn-cs"/>
        </a:defRPr>
      </a:lvl2pPr>
      <a:lvl3pPr marL="914362" algn="l" defTabSz="914362" rtl="0" eaLnBrk="1" latinLnBrk="0" hangingPunct="1">
        <a:defRPr sz="1800" kern="1200">
          <a:solidFill>
            <a:schemeClr val="tx1"/>
          </a:solidFill>
          <a:latin typeface="+mn-lt"/>
          <a:ea typeface="+mn-ea"/>
          <a:cs typeface="+mn-cs"/>
        </a:defRPr>
      </a:lvl3pPr>
      <a:lvl4pPr marL="1371543" algn="l" defTabSz="914362" rtl="0" eaLnBrk="1" latinLnBrk="0" hangingPunct="1">
        <a:defRPr sz="1800" kern="1200">
          <a:solidFill>
            <a:schemeClr val="tx1"/>
          </a:solidFill>
          <a:latin typeface="+mn-lt"/>
          <a:ea typeface="+mn-ea"/>
          <a:cs typeface="+mn-cs"/>
        </a:defRPr>
      </a:lvl4pPr>
      <a:lvl5pPr marL="1828723" algn="l" defTabSz="914362" rtl="0" eaLnBrk="1" latinLnBrk="0" hangingPunct="1">
        <a:defRPr sz="1800" kern="1200">
          <a:solidFill>
            <a:schemeClr val="tx1"/>
          </a:solidFill>
          <a:latin typeface="+mn-lt"/>
          <a:ea typeface="+mn-ea"/>
          <a:cs typeface="+mn-cs"/>
        </a:defRPr>
      </a:lvl5pPr>
      <a:lvl6pPr marL="2285905" algn="l" defTabSz="914362" rtl="0" eaLnBrk="1" latinLnBrk="0" hangingPunct="1">
        <a:defRPr sz="1800" kern="1200">
          <a:solidFill>
            <a:schemeClr val="tx1"/>
          </a:solidFill>
          <a:latin typeface="+mn-lt"/>
          <a:ea typeface="+mn-ea"/>
          <a:cs typeface="+mn-cs"/>
        </a:defRPr>
      </a:lvl6pPr>
      <a:lvl7pPr marL="2743085" algn="l" defTabSz="914362" rtl="0" eaLnBrk="1" latinLnBrk="0" hangingPunct="1">
        <a:defRPr sz="1800" kern="1200">
          <a:solidFill>
            <a:schemeClr val="tx1"/>
          </a:solidFill>
          <a:latin typeface="+mn-lt"/>
          <a:ea typeface="+mn-ea"/>
          <a:cs typeface="+mn-cs"/>
        </a:defRPr>
      </a:lvl7pPr>
      <a:lvl8pPr marL="3200266" algn="l" defTabSz="914362" rtl="0" eaLnBrk="1" latinLnBrk="0" hangingPunct="1">
        <a:defRPr sz="1800" kern="1200">
          <a:solidFill>
            <a:schemeClr val="tx1"/>
          </a:solidFill>
          <a:latin typeface="+mn-lt"/>
          <a:ea typeface="+mn-ea"/>
          <a:cs typeface="+mn-cs"/>
        </a:defRPr>
      </a:lvl8pPr>
      <a:lvl9pPr marL="3657446" algn="l" defTabSz="91436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9355" y="176134"/>
            <a:ext cx="10788384" cy="73304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99355" y="1026257"/>
            <a:ext cx="10788384" cy="2902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99355" y="4076520"/>
            <a:ext cx="2796988" cy="234165"/>
          </a:xfrm>
          <a:prstGeom prst="rect">
            <a:avLst/>
          </a:prstGeom>
        </p:spPr>
        <p:txBody>
          <a:bodyPr vert="horz" lIns="91440" tIns="45720" rIns="91440" bIns="45720" rtlCol="0" anchor="ctr"/>
          <a:lstStyle>
            <a:lvl1pPr algn="l">
              <a:defRPr sz="1573">
                <a:solidFill>
                  <a:schemeClr val="tx1">
                    <a:tint val="75000"/>
                  </a:schemeClr>
                </a:solidFill>
              </a:defRPr>
            </a:lvl1pPr>
          </a:lstStyle>
          <a:p>
            <a:fld id="{1D8BD707-D9CF-40AE-B4C6-C98DA3205C09}" type="datetimeFigureOut">
              <a:rPr lang="en-US" smtClean="0"/>
              <a:pPr/>
              <a:t>3/17/2026</a:t>
            </a:fld>
            <a:endParaRPr lang="en-US"/>
          </a:p>
        </p:txBody>
      </p:sp>
      <p:sp>
        <p:nvSpPr>
          <p:cNvPr id="5" name="Footer Placeholder 4"/>
          <p:cNvSpPr>
            <a:spLocks noGrp="1"/>
          </p:cNvSpPr>
          <p:nvPr>
            <p:ph type="ftr" sz="quarter" idx="3"/>
          </p:nvPr>
        </p:nvSpPr>
        <p:spPr>
          <a:xfrm>
            <a:off x="4095591" y="4076520"/>
            <a:ext cx="3795912" cy="234165"/>
          </a:xfrm>
          <a:prstGeom prst="rect">
            <a:avLst/>
          </a:prstGeom>
        </p:spPr>
        <p:txBody>
          <a:bodyPr vert="horz" lIns="91440" tIns="45720" rIns="91440" bIns="45720" rtlCol="0" anchor="ctr"/>
          <a:lstStyle>
            <a:lvl1pPr algn="ctr">
              <a:defRPr sz="157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749" y="4076520"/>
            <a:ext cx="2796988" cy="234165"/>
          </a:xfrm>
          <a:prstGeom prst="rect">
            <a:avLst/>
          </a:prstGeom>
        </p:spPr>
        <p:txBody>
          <a:bodyPr vert="horz" lIns="91440" tIns="45720" rIns="91440" bIns="45720" rtlCol="0" anchor="ctr"/>
          <a:lstStyle>
            <a:lvl1pPr algn="r">
              <a:defRPr sz="1573">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709" r:id="rId2"/>
  </p:sldLayoutIdLst>
  <p:txStyles>
    <p:titleStyle>
      <a:lvl1pPr algn="ctr" defTabSz="1320759" rtl="0" eaLnBrk="1" latinLnBrk="0" hangingPunct="1">
        <a:spcBef>
          <a:spcPct val="0"/>
        </a:spcBef>
        <a:buNone/>
        <a:defRPr sz="6355" kern="1200">
          <a:solidFill>
            <a:schemeClr val="tx1"/>
          </a:solidFill>
          <a:latin typeface="+mj-lt"/>
          <a:ea typeface="+mj-ea"/>
          <a:cs typeface="+mj-cs"/>
        </a:defRPr>
      </a:lvl1pPr>
    </p:titleStyle>
    <p:bodyStyle>
      <a:lvl1pPr marL="495285" indent="-495285" algn="l" defTabSz="1320759" rtl="0" eaLnBrk="1" latinLnBrk="0" hangingPunct="1">
        <a:spcBef>
          <a:spcPct val="20000"/>
        </a:spcBef>
        <a:buFont typeface="Arial" pitchFamily="34" charset="0"/>
        <a:buChar char="•"/>
        <a:defRPr sz="4622" kern="1200">
          <a:solidFill>
            <a:schemeClr val="tx1"/>
          </a:solidFill>
          <a:latin typeface="+mn-lt"/>
          <a:ea typeface="+mn-ea"/>
          <a:cs typeface="+mn-cs"/>
        </a:defRPr>
      </a:lvl1pPr>
      <a:lvl2pPr marL="1073117" indent="-412737" algn="l" defTabSz="1320759" rtl="0" eaLnBrk="1" latinLnBrk="0" hangingPunct="1">
        <a:spcBef>
          <a:spcPct val="20000"/>
        </a:spcBef>
        <a:buFont typeface="Arial" pitchFamily="34" charset="0"/>
        <a:buChar char="–"/>
        <a:defRPr sz="4044" kern="1200">
          <a:solidFill>
            <a:schemeClr val="tx1"/>
          </a:solidFill>
          <a:latin typeface="+mn-lt"/>
          <a:ea typeface="+mn-ea"/>
          <a:cs typeface="+mn-cs"/>
        </a:defRPr>
      </a:lvl2pPr>
      <a:lvl3pPr marL="1650949" indent="-330190" algn="l" defTabSz="1320759" rtl="0" eaLnBrk="1" latinLnBrk="0" hangingPunct="1">
        <a:spcBef>
          <a:spcPct val="20000"/>
        </a:spcBef>
        <a:buFont typeface="Arial" pitchFamily="34" charset="0"/>
        <a:buChar char="•"/>
        <a:defRPr sz="3467" kern="1200">
          <a:solidFill>
            <a:schemeClr val="tx1"/>
          </a:solidFill>
          <a:latin typeface="+mn-lt"/>
          <a:ea typeface="+mn-ea"/>
          <a:cs typeface="+mn-cs"/>
        </a:defRPr>
      </a:lvl3pPr>
      <a:lvl4pPr marL="2311329" indent="-330190" algn="l" defTabSz="1320759" rtl="0" eaLnBrk="1" latinLnBrk="0" hangingPunct="1">
        <a:spcBef>
          <a:spcPct val="20000"/>
        </a:spcBef>
        <a:buFont typeface="Arial" pitchFamily="34" charset="0"/>
        <a:buChar char="–"/>
        <a:defRPr sz="2889" kern="1200">
          <a:solidFill>
            <a:schemeClr val="tx1"/>
          </a:solidFill>
          <a:latin typeface="+mn-lt"/>
          <a:ea typeface="+mn-ea"/>
          <a:cs typeface="+mn-cs"/>
        </a:defRPr>
      </a:lvl4pPr>
      <a:lvl5pPr marL="2971709" indent="-330190" algn="l" defTabSz="1320759" rtl="0" eaLnBrk="1" latinLnBrk="0" hangingPunct="1">
        <a:spcBef>
          <a:spcPct val="20000"/>
        </a:spcBef>
        <a:buFont typeface="Arial" pitchFamily="34" charset="0"/>
        <a:buChar char="»"/>
        <a:defRPr sz="2889" kern="1200">
          <a:solidFill>
            <a:schemeClr val="tx1"/>
          </a:solidFill>
          <a:latin typeface="+mn-lt"/>
          <a:ea typeface="+mn-ea"/>
          <a:cs typeface="+mn-cs"/>
        </a:defRPr>
      </a:lvl5pPr>
      <a:lvl6pPr marL="3632088" indent="-330190" algn="l" defTabSz="1320759" rtl="0" eaLnBrk="1" latinLnBrk="0" hangingPunct="1">
        <a:spcBef>
          <a:spcPct val="20000"/>
        </a:spcBef>
        <a:buFont typeface="Arial" pitchFamily="34" charset="0"/>
        <a:buChar char="•"/>
        <a:defRPr sz="2889" kern="1200">
          <a:solidFill>
            <a:schemeClr val="tx1"/>
          </a:solidFill>
          <a:latin typeface="+mn-lt"/>
          <a:ea typeface="+mn-ea"/>
          <a:cs typeface="+mn-cs"/>
        </a:defRPr>
      </a:lvl6pPr>
      <a:lvl7pPr marL="4292468" indent="-330190" algn="l" defTabSz="1320759" rtl="0" eaLnBrk="1" latinLnBrk="0" hangingPunct="1">
        <a:spcBef>
          <a:spcPct val="20000"/>
        </a:spcBef>
        <a:buFont typeface="Arial" pitchFamily="34" charset="0"/>
        <a:buChar char="•"/>
        <a:defRPr sz="2889" kern="1200">
          <a:solidFill>
            <a:schemeClr val="tx1"/>
          </a:solidFill>
          <a:latin typeface="+mn-lt"/>
          <a:ea typeface="+mn-ea"/>
          <a:cs typeface="+mn-cs"/>
        </a:defRPr>
      </a:lvl7pPr>
      <a:lvl8pPr marL="4952848" indent="-330190" algn="l" defTabSz="1320759" rtl="0" eaLnBrk="1" latinLnBrk="0" hangingPunct="1">
        <a:spcBef>
          <a:spcPct val="20000"/>
        </a:spcBef>
        <a:buFont typeface="Arial" pitchFamily="34" charset="0"/>
        <a:buChar char="•"/>
        <a:defRPr sz="2889" kern="1200">
          <a:solidFill>
            <a:schemeClr val="tx1"/>
          </a:solidFill>
          <a:latin typeface="+mn-lt"/>
          <a:ea typeface="+mn-ea"/>
          <a:cs typeface="+mn-cs"/>
        </a:defRPr>
      </a:lvl8pPr>
      <a:lvl9pPr marL="5613227" indent="-330190" algn="l" defTabSz="1320759" rtl="0" eaLnBrk="1" latinLnBrk="0" hangingPunct="1">
        <a:spcBef>
          <a:spcPct val="20000"/>
        </a:spcBef>
        <a:buFont typeface="Arial" pitchFamily="34" charset="0"/>
        <a:buChar char="•"/>
        <a:defRPr sz="2889" kern="1200">
          <a:solidFill>
            <a:schemeClr val="tx1"/>
          </a:solidFill>
          <a:latin typeface="+mn-lt"/>
          <a:ea typeface="+mn-ea"/>
          <a:cs typeface="+mn-cs"/>
        </a:defRPr>
      </a:lvl9pPr>
    </p:bodyStyle>
    <p:otherStyle>
      <a:defPPr>
        <a:defRPr lang="en-US"/>
      </a:defPPr>
      <a:lvl1pPr marL="0" algn="l" defTabSz="1320759" rtl="0" eaLnBrk="1" latinLnBrk="0" hangingPunct="1">
        <a:defRPr sz="2600" kern="1200">
          <a:solidFill>
            <a:schemeClr val="tx1"/>
          </a:solidFill>
          <a:latin typeface="+mn-lt"/>
          <a:ea typeface="+mn-ea"/>
          <a:cs typeface="+mn-cs"/>
        </a:defRPr>
      </a:lvl1pPr>
      <a:lvl2pPr marL="660380" algn="l" defTabSz="1320759" rtl="0" eaLnBrk="1" latinLnBrk="0" hangingPunct="1">
        <a:defRPr sz="2600" kern="1200">
          <a:solidFill>
            <a:schemeClr val="tx1"/>
          </a:solidFill>
          <a:latin typeface="+mn-lt"/>
          <a:ea typeface="+mn-ea"/>
          <a:cs typeface="+mn-cs"/>
        </a:defRPr>
      </a:lvl2pPr>
      <a:lvl3pPr marL="1320759" algn="l" defTabSz="1320759" rtl="0" eaLnBrk="1" latinLnBrk="0" hangingPunct="1">
        <a:defRPr sz="2600" kern="1200">
          <a:solidFill>
            <a:schemeClr val="tx1"/>
          </a:solidFill>
          <a:latin typeface="+mn-lt"/>
          <a:ea typeface="+mn-ea"/>
          <a:cs typeface="+mn-cs"/>
        </a:defRPr>
      </a:lvl3pPr>
      <a:lvl4pPr marL="1981139" algn="l" defTabSz="1320759" rtl="0" eaLnBrk="1" latinLnBrk="0" hangingPunct="1">
        <a:defRPr sz="2600" kern="1200">
          <a:solidFill>
            <a:schemeClr val="tx1"/>
          </a:solidFill>
          <a:latin typeface="+mn-lt"/>
          <a:ea typeface="+mn-ea"/>
          <a:cs typeface="+mn-cs"/>
        </a:defRPr>
      </a:lvl4pPr>
      <a:lvl5pPr marL="2641519" algn="l" defTabSz="1320759" rtl="0" eaLnBrk="1" latinLnBrk="0" hangingPunct="1">
        <a:defRPr sz="2600" kern="1200">
          <a:solidFill>
            <a:schemeClr val="tx1"/>
          </a:solidFill>
          <a:latin typeface="+mn-lt"/>
          <a:ea typeface="+mn-ea"/>
          <a:cs typeface="+mn-cs"/>
        </a:defRPr>
      </a:lvl5pPr>
      <a:lvl6pPr marL="3301898" algn="l" defTabSz="1320759" rtl="0" eaLnBrk="1" latinLnBrk="0" hangingPunct="1">
        <a:defRPr sz="2600" kern="1200">
          <a:solidFill>
            <a:schemeClr val="tx1"/>
          </a:solidFill>
          <a:latin typeface="+mn-lt"/>
          <a:ea typeface="+mn-ea"/>
          <a:cs typeface="+mn-cs"/>
        </a:defRPr>
      </a:lvl6pPr>
      <a:lvl7pPr marL="3962278" algn="l" defTabSz="1320759" rtl="0" eaLnBrk="1" latinLnBrk="0" hangingPunct="1">
        <a:defRPr sz="2600" kern="1200">
          <a:solidFill>
            <a:schemeClr val="tx1"/>
          </a:solidFill>
          <a:latin typeface="+mn-lt"/>
          <a:ea typeface="+mn-ea"/>
          <a:cs typeface="+mn-cs"/>
        </a:defRPr>
      </a:lvl7pPr>
      <a:lvl8pPr marL="4622658" algn="l" defTabSz="1320759" rtl="0" eaLnBrk="1" latinLnBrk="0" hangingPunct="1">
        <a:defRPr sz="2600" kern="1200">
          <a:solidFill>
            <a:schemeClr val="tx1"/>
          </a:solidFill>
          <a:latin typeface="+mn-lt"/>
          <a:ea typeface="+mn-ea"/>
          <a:cs typeface="+mn-cs"/>
        </a:defRPr>
      </a:lvl8pPr>
      <a:lvl9pPr marL="5283037" algn="l" defTabSz="1320759"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497206A-FC70-C6A1-5A45-B6CDFFFED636}"/>
              </a:ext>
            </a:extLst>
          </p:cNvPr>
          <p:cNvSpPr/>
          <p:nvPr/>
        </p:nvSpPr>
        <p:spPr>
          <a:xfrm>
            <a:off x="4343400" y="-343419"/>
            <a:ext cx="8115300" cy="7544837"/>
          </a:xfrm>
          <a:prstGeom prst="roundRect">
            <a:avLst>
              <a:gd name="adj" fmla="val 0"/>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pic>
        <p:nvPicPr>
          <p:cNvPr id="4" name="Picture 3">
            <a:extLst>
              <a:ext uri="{FF2B5EF4-FFF2-40B4-BE49-F238E27FC236}">
                <a16:creationId xmlns:a16="http://schemas.microsoft.com/office/drawing/2014/main" id="{0C890782-51B9-C4AD-DFF1-DB21B8A722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351" y="714361"/>
            <a:ext cx="1784095" cy="303676"/>
          </a:xfrm>
          <a:prstGeom prst="rect">
            <a:avLst/>
          </a:prstGeom>
        </p:spPr>
      </p:pic>
      <p:sp>
        <p:nvSpPr>
          <p:cNvPr id="6" name="object 3">
            <a:extLst>
              <a:ext uri="{FF2B5EF4-FFF2-40B4-BE49-F238E27FC236}">
                <a16:creationId xmlns:a16="http://schemas.microsoft.com/office/drawing/2014/main" id="{A048C312-F428-90CE-F73A-68B8B029573F}"/>
              </a:ext>
            </a:extLst>
          </p:cNvPr>
          <p:cNvSpPr txBox="1"/>
          <p:nvPr/>
        </p:nvSpPr>
        <p:spPr>
          <a:xfrm>
            <a:off x="528351" y="5237296"/>
            <a:ext cx="3421856" cy="1000659"/>
          </a:xfrm>
          <a:prstGeom prst="rect">
            <a:avLst/>
          </a:prstGeom>
          <a:solidFill>
            <a:schemeClr val="bg1"/>
          </a:solidFill>
        </p:spPr>
        <p:txBody>
          <a:bodyPr vert="horz" wrap="square" lIns="0" tIns="12065" rIns="0" bIns="0" rtlCol="0">
            <a:spAutoFit/>
          </a:bodyPr>
          <a:lstStyle/>
          <a:p>
            <a:pPr marL="12700" marR="358140">
              <a:lnSpc>
                <a:spcPct val="161000"/>
              </a:lnSpc>
              <a:spcBef>
                <a:spcPts val="545"/>
              </a:spcBef>
            </a:pPr>
            <a:endParaRPr lang="en-NZ" sz="1200" dirty="0">
              <a:solidFill>
                <a:srgbClr val="004899"/>
              </a:solidFill>
              <a:cs typeface="Franklin Gothic Demi"/>
            </a:endParaRPr>
          </a:p>
          <a:p>
            <a:pPr marL="12700" marR="358140">
              <a:lnSpc>
                <a:spcPct val="161000"/>
              </a:lnSpc>
              <a:spcBef>
                <a:spcPts val="545"/>
              </a:spcBef>
            </a:pPr>
            <a:r>
              <a:rPr sz="1200" dirty="0">
                <a:solidFill>
                  <a:srgbClr val="004899"/>
                </a:solidFill>
                <a:cs typeface="Franklin Gothic Demi"/>
              </a:rPr>
              <a:t>Prepared by: </a:t>
            </a:r>
            <a:r>
              <a:rPr lang="en-GB" sz="1200" dirty="0">
                <a:solidFill>
                  <a:srgbClr val="004899"/>
                </a:solidFill>
                <a:cs typeface="Franklin Gothic Demi"/>
              </a:rPr>
              <a:t> Jason Beith</a:t>
            </a:r>
            <a:endParaRPr lang="en-NZ" sz="1200" dirty="0">
              <a:solidFill>
                <a:srgbClr val="004899"/>
              </a:solidFill>
              <a:cs typeface="Franklin Gothic Book"/>
            </a:endParaRPr>
          </a:p>
          <a:p>
            <a:pPr marL="12700" marR="358140">
              <a:lnSpc>
                <a:spcPct val="161000"/>
              </a:lnSpc>
              <a:spcBef>
                <a:spcPts val="545"/>
              </a:spcBef>
            </a:pPr>
            <a:r>
              <a:rPr sz="1200" dirty="0">
                <a:solidFill>
                  <a:srgbClr val="004899"/>
                </a:solidFill>
                <a:cs typeface="Franklin Gothic Demi"/>
              </a:rPr>
              <a:t>Date</a:t>
            </a:r>
            <a:r>
              <a:rPr sz="1200" dirty="0">
                <a:solidFill>
                  <a:srgbClr val="004899"/>
                </a:solidFill>
                <a:cs typeface="Franklin Gothic Book"/>
              </a:rPr>
              <a:t>: </a:t>
            </a:r>
            <a:r>
              <a:rPr lang="en-GB" sz="1200" dirty="0">
                <a:solidFill>
                  <a:srgbClr val="004899"/>
                </a:solidFill>
                <a:cs typeface="Franklin Gothic Book"/>
              </a:rPr>
              <a:t>January 2026</a:t>
            </a:r>
            <a:endParaRPr lang="en-NZ" sz="1200" dirty="0">
              <a:solidFill>
                <a:srgbClr val="004899"/>
              </a:solidFill>
              <a:cs typeface="Franklin Gothic Book"/>
            </a:endParaRPr>
          </a:p>
        </p:txBody>
      </p:sp>
      <p:grpSp>
        <p:nvGrpSpPr>
          <p:cNvPr id="12" name="Group 11">
            <a:extLst>
              <a:ext uri="{FF2B5EF4-FFF2-40B4-BE49-F238E27FC236}">
                <a16:creationId xmlns:a16="http://schemas.microsoft.com/office/drawing/2014/main" id="{597A1AAB-CD9D-C458-A693-51A8313115B2}"/>
              </a:ext>
            </a:extLst>
          </p:cNvPr>
          <p:cNvGrpSpPr/>
          <p:nvPr/>
        </p:nvGrpSpPr>
        <p:grpSpPr>
          <a:xfrm>
            <a:off x="528351" y="2885328"/>
            <a:ext cx="6238874" cy="1087342"/>
            <a:chOff x="360490" y="2373814"/>
            <a:chExt cx="6238874" cy="1087342"/>
          </a:xfrm>
        </p:grpSpPr>
        <p:sp>
          <p:nvSpPr>
            <p:cNvPr id="43" name="Google Shape;43;p1"/>
            <p:cNvSpPr txBox="1"/>
            <p:nvPr/>
          </p:nvSpPr>
          <p:spPr>
            <a:xfrm>
              <a:off x="360490" y="2373814"/>
              <a:ext cx="3421856" cy="505874"/>
            </a:xfrm>
            <a:prstGeom prst="rect">
              <a:avLst/>
            </a:prstGeom>
            <a:noFill/>
            <a:ln>
              <a:noFill/>
            </a:ln>
          </p:spPr>
          <p:txBody>
            <a:bodyPr spcFirstLastPara="1" wrap="square" lIns="74283" tIns="37131" rIns="74283" bIns="37131" anchor="t" anchorCtr="0">
              <a:spAutoFit/>
            </a:bodyPr>
            <a:lstStyle/>
            <a:p>
              <a:r>
                <a:rPr lang="en-ID" sz="2800" dirty="0">
                  <a:solidFill>
                    <a:srgbClr val="004899"/>
                  </a:solidFill>
                  <a:latin typeface="+mj-lt"/>
                  <a:ea typeface="Rethink Sans SemiBold"/>
                  <a:cs typeface="Rethink Sans SemiBold"/>
                  <a:sym typeface="Rethink Sans SemiBold"/>
                </a:rPr>
                <a:t>Chief Executive Officer</a:t>
              </a:r>
            </a:p>
          </p:txBody>
        </p:sp>
        <p:sp>
          <p:nvSpPr>
            <p:cNvPr id="52" name="Google Shape;52;p1"/>
            <p:cNvSpPr txBox="1"/>
            <p:nvPr/>
          </p:nvSpPr>
          <p:spPr>
            <a:xfrm>
              <a:off x="400971" y="3109170"/>
              <a:ext cx="3136993" cy="351986"/>
            </a:xfrm>
            <a:prstGeom prst="rect">
              <a:avLst/>
            </a:prstGeom>
            <a:noFill/>
            <a:ln>
              <a:noFill/>
            </a:ln>
          </p:spPr>
          <p:txBody>
            <a:bodyPr spcFirstLastPara="1" wrap="square" lIns="74283" tIns="37131" rIns="74283" bIns="37131" anchor="t" anchorCtr="0">
              <a:spAutoFit/>
            </a:bodyPr>
            <a:lstStyle/>
            <a:p>
              <a:pPr>
                <a:lnSpc>
                  <a:spcPct val="150000"/>
                </a:lnSpc>
              </a:pPr>
              <a:r>
                <a:rPr lang="en-ID" sz="1200" dirty="0">
                  <a:solidFill>
                    <a:srgbClr val="004899"/>
                  </a:solidFill>
                  <a:ea typeface="Rethink Sans"/>
                  <a:cs typeface="Rethink Sans"/>
                  <a:sym typeface="Rethink Sans"/>
                </a:rPr>
                <a:t>Shortlist</a:t>
              </a:r>
            </a:p>
          </p:txBody>
        </p:sp>
        <p:sp>
          <p:nvSpPr>
            <p:cNvPr id="11" name="TextBox 10">
              <a:extLst>
                <a:ext uri="{FF2B5EF4-FFF2-40B4-BE49-F238E27FC236}">
                  <a16:creationId xmlns:a16="http://schemas.microsoft.com/office/drawing/2014/main" id="{1406A275-B41F-0502-4472-52E2B2E086B8}"/>
                </a:ext>
              </a:extLst>
            </p:cNvPr>
            <p:cNvSpPr txBox="1"/>
            <p:nvPr/>
          </p:nvSpPr>
          <p:spPr>
            <a:xfrm>
              <a:off x="360490" y="2801090"/>
              <a:ext cx="6238874" cy="369332"/>
            </a:xfrm>
            <a:prstGeom prst="rect">
              <a:avLst/>
            </a:prstGeom>
            <a:noFill/>
          </p:spPr>
          <p:txBody>
            <a:bodyPr wrap="square">
              <a:spAutoFit/>
            </a:bodyPr>
            <a:lstStyle/>
            <a:p>
              <a:pPr marL="12700">
                <a:lnSpc>
                  <a:spcPct val="100000"/>
                </a:lnSpc>
                <a:spcBef>
                  <a:spcPts val="95"/>
                </a:spcBef>
              </a:pPr>
              <a:r>
                <a:rPr lang="en-NZ" sz="1800" dirty="0">
                  <a:solidFill>
                    <a:srgbClr val="004899"/>
                  </a:solidFill>
                  <a:latin typeface="+mj-lt"/>
                  <a:cs typeface="Franklin Gothic Demi"/>
                </a:rPr>
                <a:t>Unico Group</a:t>
              </a:r>
            </a:p>
          </p:txBody>
        </p:sp>
      </p:grpSp>
      <p:grpSp>
        <p:nvGrpSpPr>
          <p:cNvPr id="17" name="Group 16">
            <a:extLst>
              <a:ext uri="{FF2B5EF4-FFF2-40B4-BE49-F238E27FC236}">
                <a16:creationId xmlns:a16="http://schemas.microsoft.com/office/drawing/2014/main" id="{3C3D3BC9-E881-2668-1B50-FADB2571A508}"/>
              </a:ext>
            </a:extLst>
          </p:cNvPr>
          <p:cNvGrpSpPr>
            <a:grpSpLocks/>
          </p:cNvGrpSpPr>
          <p:nvPr/>
        </p:nvGrpSpPr>
        <p:grpSpPr>
          <a:xfrm>
            <a:off x="118429" y="228600"/>
            <a:ext cx="9447520" cy="6350492"/>
            <a:chOff x="528638" y="1096963"/>
            <a:chExt cx="23258462" cy="11485562"/>
          </a:xfrm>
        </p:grpSpPr>
        <p:cxnSp>
          <p:nvCxnSpPr>
            <p:cNvPr id="18" name="Straight Connector 17">
              <a:extLst>
                <a:ext uri="{FF2B5EF4-FFF2-40B4-BE49-F238E27FC236}">
                  <a16:creationId xmlns:a16="http://schemas.microsoft.com/office/drawing/2014/main" id="{E681844C-2728-5E9C-5994-5F0407D91EDE}"/>
                </a:ext>
              </a:extLst>
            </p:cNvPr>
            <p:cNvCxnSpPr>
              <a:cxnSpLocks/>
            </p:cNvCxnSpPr>
            <p:nvPr/>
          </p:nvCxnSpPr>
          <p:spPr>
            <a:xfrm>
              <a:off x="528638" y="1096963"/>
              <a:ext cx="23258462" cy="0"/>
            </a:xfrm>
            <a:prstGeom prst="line">
              <a:avLst/>
            </a:prstGeom>
            <a:ln w="12700">
              <a:solidFill>
                <a:srgbClr val="004899"/>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0FD8535-87A7-4062-F6F8-40B6F45DF39C}"/>
                </a:ext>
              </a:extLst>
            </p:cNvPr>
            <p:cNvCxnSpPr>
              <a:cxnSpLocks/>
            </p:cNvCxnSpPr>
            <p:nvPr/>
          </p:nvCxnSpPr>
          <p:spPr>
            <a:xfrm>
              <a:off x="528638" y="12582525"/>
              <a:ext cx="23258462" cy="0"/>
            </a:xfrm>
            <a:prstGeom prst="line">
              <a:avLst/>
            </a:prstGeom>
            <a:ln w="12700">
              <a:solidFill>
                <a:srgbClr val="004899"/>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D3E62B38-04A3-56E2-5FB6-C9D9826F047B}"/>
              </a:ext>
            </a:extLst>
          </p:cNvPr>
          <p:cNvSpPr txBox="1"/>
          <p:nvPr/>
        </p:nvSpPr>
        <p:spPr>
          <a:xfrm>
            <a:off x="0" y="6579093"/>
            <a:ext cx="2377725" cy="186846"/>
          </a:xfrm>
          <a:prstGeom prst="rect">
            <a:avLst/>
          </a:prstGeom>
        </p:spPr>
        <p:txBody>
          <a:bodyPr wrap="square" lIns="0" tIns="0" rIns="0" bIns="0" rtlCol="0" anchor="t">
            <a:spAutoFit/>
          </a:bodyPr>
          <a:lstStyle/>
          <a:p>
            <a:pPr algn="ctr">
              <a:lnSpc>
                <a:spcPts val="1679"/>
              </a:lnSpc>
            </a:pPr>
            <a:r>
              <a:rPr lang="en-US" sz="800" i="1" spc="74" dirty="0">
                <a:solidFill>
                  <a:srgbClr val="5A5A5A"/>
                </a:solidFill>
                <a:latin typeface="Calibri (MS) Italics"/>
                <a:ea typeface="Calibri (MS) Italics"/>
                <a:cs typeface="Calibri (MS) Italics"/>
                <a:sym typeface="Calibri (MS) Italics"/>
              </a:rPr>
              <a:t>This document is private and confidential.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B28CE0-98E3-F09C-2894-5E684CC91FAB}"/>
            </a:ext>
          </a:extLst>
        </p:cNvPr>
        <p:cNvGrpSpPr/>
        <p:nvPr/>
      </p:nvGrpSpPr>
      <p:grpSpPr>
        <a:xfrm>
          <a:off x="0" y="0"/>
          <a:ext cx="0" cy="0"/>
          <a:chOff x="0" y="0"/>
          <a:chExt cx="0" cy="0"/>
        </a:xfrm>
      </p:grpSpPr>
      <p:sp>
        <p:nvSpPr>
          <p:cNvPr id="15" name="FooterBar">
            <a:extLst>
              <a:ext uri="{FF2B5EF4-FFF2-40B4-BE49-F238E27FC236}">
                <a16:creationId xmlns:a16="http://schemas.microsoft.com/office/drawing/2014/main" id="{6B485C53-7CAD-72EA-B919-7489176C21DA}"/>
              </a:ext>
            </a:extLst>
          </p:cNvPr>
          <p:cNvSpPr/>
          <p:nvPr/>
        </p:nvSpPr>
        <p:spPr>
          <a:xfrm>
            <a:off x="0" y="6331617"/>
            <a:ext cx="9906000" cy="550333"/>
          </a:xfrm>
          <a:prstGeom prst="rect">
            <a:avLst/>
          </a:prstGeom>
          <a:solidFill>
            <a:srgbClr val="004899"/>
          </a:solidFill>
          <a:ln>
            <a:noFill/>
          </a:ln>
        </p:spPr>
        <p:txBody>
          <a:bodyPr/>
          <a:lstStyle/>
          <a:p>
            <a:endParaRPr lang="en-NZ" sz="2600"/>
          </a:p>
        </p:txBody>
      </p:sp>
      <p:sp>
        <p:nvSpPr>
          <p:cNvPr id="13" name="Rectangle: Rounded Corners 12">
            <a:extLst>
              <a:ext uri="{FF2B5EF4-FFF2-40B4-BE49-F238E27FC236}">
                <a16:creationId xmlns:a16="http://schemas.microsoft.com/office/drawing/2014/main" id="{0C0CB736-EB38-37EF-0FBE-A588A81C7AC3}"/>
              </a:ext>
            </a:extLst>
          </p:cNvPr>
          <p:cNvSpPr>
            <a:spLocks/>
          </p:cNvSpPr>
          <p:nvPr/>
        </p:nvSpPr>
        <p:spPr>
          <a:xfrm>
            <a:off x="1" y="0"/>
            <a:ext cx="9906000" cy="2412999"/>
          </a:xfrm>
          <a:prstGeom prst="roundRect">
            <a:avLst>
              <a:gd name="adj" fmla="val 0"/>
            </a:avLst>
          </a:prstGeom>
          <a:solidFill>
            <a:srgbClr val="004899"/>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tIns="20250" numCol="2" rtlCol="0" anchor="t" anchorCtr="0"/>
          <a:lstStyle/>
          <a:p>
            <a:endParaRPr lang="en-NZ" sz="1013">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4E730D17-CB42-D586-5C53-5F5EF429BB2E}"/>
              </a:ext>
            </a:extLst>
          </p:cNvPr>
          <p:cNvSpPr txBox="1">
            <a:spLocks/>
          </p:cNvSpPr>
          <p:nvPr/>
        </p:nvSpPr>
        <p:spPr>
          <a:xfrm>
            <a:off x="3303699" y="15556"/>
            <a:ext cx="2867783" cy="492443"/>
          </a:xfrm>
          <a:prstGeom prst="rect">
            <a:avLst/>
          </a:prstGeom>
          <a:noFill/>
        </p:spPr>
        <p:txBody>
          <a:bodyPr wrap="square" rtlCol="0">
            <a:spAutoFit/>
          </a:bodyPr>
          <a:lstStyle/>
          <a:p>
            <a:pPr algn="ctr"/>
            <a:r>
              <a:rPr lang="en-NZ" sz="2600" dirty="0">
                <a:solidFill>
                  <a:schemeClr val="bg1"/>
                </a:solidFill>
                <a:latin typeface="Aptos"/>
                <a:ea typeface="Roboto" panose="02000000000000000000" pitchFamily="2" charset="0"/>
                <a:cs typeface="Roboto" panose="02000000000000000000" pitchFamily="2" charset="0"/>
              </a:rPr>
              <a:t>Phillip</a:t>
            </a:r>
            <a:r>
              <a:rPr lang="en-NZ" sz="2600" b="1" dirty="0">
                <a:solidFill>
                  <a:schemeClr val="bg1"/>
                </a:solidFill>
                <a:latin typeface="Aptos"/>
                <a:ea typeface="Roboto" panose="02000000000000000000" pitchFamily="2" charset="0"/>
                <a:cs typeface="Roboto" panose="02000000000000000000" pitchFamily="2" charset="0"/>
              </a:rPr>
              <a:t> </a:t>
            </a:r>
            <a:r>
              <a:rPr lang="en-NZ" sz="2600" dirty="0">
                <a:solidFill>
                  <a:schemeClr val="bg1"/>
                </a:solidFill>
                <a:latin typeface="Aptos"/>
                <a:ea typeface="Roboto" panose="02000000000000000000" pitchFamily="2" charset="0"/>
                <a:cs typeface="Roboto" panose="02000000000000000000" pitchFamily="2" charset="0"/>
              </a:rPr>
              <a:t>Worsley</a:t>
            </a:r>
          </a:p>
        </p:txBody>
      </p:sp>
      <p:graphicFrame>
        <p:nvGraphicFramePr>
          <p:cNvPr id="8" name="Table 7">
            <a:extLst>
              <a:ext uri="{FF2B5EF4-FFF2-40B4-BE49-F238E27FC236}">
                <a16:creationId xmlns:a16="http://schemas.microsoft.com/office/drawing/2014/main" id="{FFBD6999-8248-1B7C-C6F3-3AA736010ED6}"/>
              </a:ext>
            </a:extLst>
          </p:cNvPr>
          <p:cNvGraphicFramePr>
            <a:graphicFrameLocks/>
          </p:cNvGraphicFramePr>
          <p:nvPr>
            <p:extLst>
              <p:ext uri="{D42A27DB-BD31-4B8C-83A1-F6EECF244321}">
                <p14:modId xmlns:p14="http://schemas.microsoft.com/office/powerpoint/2010/main" val="1302190942"/>
              </p:ext>
            </p:extLst>
          </p:nvPr>
        </p:nvGraphicFramePr>
        <p:xfrm>
          <a:off x="244395" y="2597794"/>
          <a:ext cx="9447520" cy="3330547"/>
        </p:xfrm>
        <a:graphic>
          <a:graphicData uri="http://schemas.openxmlformats.org/drawingml/2006/table">
            <a:tbl>
              <a:tblPr firstRow="1" bandRow="1">
                <a:tableStyleId>{8EC20E35-A176-4012-BC5E-935CFFF8708E}</a:tableStyleId>
              </a:tblPr>
              <a:tblGrid>
                <a:gridCol w="1941779">
                  <a:extLst>
                    <a:ext uri="{9D8B030D-6E8A-4147-A177-3AD203B41FA5}">
                      <a16:colId xmlns:a16="http://schemas.microsoft.com/office/drawing/2014/main" val="2119135538"/>
                    </a:ext>
                  </a:extLst>
                </a:gridCol>
                <a:gridCol w="3243223">
                  <a:extLst>
                    <a:ext uri="{9D8B030D-6E8A-4147-A177-3AD203B41FA5}">
                      <a16:colId xmlns:a16="http://schemas.microsoft.com/office/drawing/2014/main" val="819543413"/>
                    </a:ext>
                  </a:extLst>
                </a:gridCol>
                <a:gridCol w="1191638">
                  <a:extLst>
                    <a:ext uri="{9D8B030D-6E8A-4147-A177-3AD203B41FA5}">
                      <a16:colId xmlns:a16="http://schemas.microsoft.com/office/drawing/2014/main" val="2699358850"/>
                    </a:ext>
                  </a:extLst>
                </a:gridCol>
                <a:gridCol w="1081074">
                  <a:extLst>
                    <a:ext uri="{9D8B030D-6E8A-4147-A177-3AD203B41FA5}">
                      <a16:colId xmlns:a16="http://schemas.microsoft.com/office/drawing/2014/main" val="3271143972"/>
                    </a:ext>
                  </a:extLst>
                </a:gridCol>
                <a:gridCol w="1989806">
                  <a:extLst>
                    <a:ext uri="{9D8B030D-6E8A-4147-A177-3AD203B41FA5}">
                      <a16:colId xmlns:a16="http://schemas.microsoft.com/office/drawing/2014/main" val="3189428181"/>
                    </a:ext>
                  </a:extLst>
                </a:gridCol>
              </a:tblGrid>
              <a:tr h="200884">
                <a:tc>
                  <a:txBody>
                    <a:bodyPr/>
                    <a:lstStyle/>
                    <a:p>
                      <a:pPr>
                        <a:buNone/>
                      </a:pPr>
                      <a:r>
                        <a:rPr lang="en-NZ" sz="900" dirty="0">
                          <a:latin typeface="Aptos"/>
                        </a:rPr>
                        <a:t>Company</a:t>
                      </a:r>
                    </a:p>
                  </a:txBody>
                  <a:tcPr marL="132080" marR="132080" marT="66040" marB="660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900" dirty="0">
                          <a:latin typeface="Aptos"/>
                        </a:rPr>
                        <a:t>Title</a:t>
                      </a:r>
                    </a:p>
                  </a:txBody>
                  <a:tcPr marL="132080" marR="132080" marT="66040" marB="660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900">
                          <a:latin typeface="Aptos"/>
                        </a:rPr>
                        <a:t>Start Date</a:t>
                      </a:r>
                    </a:p>
                  </a:txBody>
                  <a:tcPr marL="132080" marR="132080" marT="66040" marB="660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900">
                          <a:latin typeface="Aptos"/>
                        </a:rPr>
                        <a:t>End Date</a:t>
                      </a:r>
                    </a:p>
                  </a:txBody>
                  <a:tcPr marL="132080" marR="132080" marT="66040" marB="660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900" dirty="0">
                          <a:latin typeface="Aptos"/>
                        </a:rPr>
                        <a:t>Duration</a:t>
                      </a:r>
                    </a:p>
                  </a:txBody>
                  <a:tcPr marL="132080" marR="132080" marT="66040" marB="660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extLst>
                  <a:ext uri="{0D108BD9-81ED-4DB2-BD59-A6C34878D82A}">
                    <a16:rowId xmlns:a16="http://schemas.microsoft.com/office/drawing/2014/main" val="1531709464"/>
                  </a:ext>
                </a:extLst>
              </a:tr>
              <a:tr h="259555">
                <a:tc>
                  <a:txBody>
                    <a:bodyPr/>
                    <a:lstStyle/>
                    <a:p>
                      <a:pPr>
                        <a:buNone/>
                      </a:pPr>
                      <a:r>
                        <a:rPr lang="en-GB" sz="1000" b="1">
                          <a:latin typeface="Aptos"/>
                        </a:rPr>
                        <a:t>Lumino The Dentists</a:t>
                      </a:r>
                    </a:p>
                  </a:txBody>
                  <a:tcPr marL="132080" marR="132080" marT="66040" marB="6604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General Manager</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Jan 2020</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Apr 2024</a:t>
                      </a:r>
                      <a:endParaRPr lang="en-NZ" sz="1000" dirty="0">
                        <a:latin typeface="Aptos"/>
                      </a:endParaRP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4 years, 3 months</a:t>
                      </a:r>
                      <a:endParaRPr lang="en-NZ" sz="1000" dirty="0">
                        <a:latin typeface="Aptos"/>
                      </a:endParaRPr>
                    </a:p>
                  </a:txBody>
                  <a:tcPr marL="132080" marR="132080" marT="66040" marB="6604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2386465"/>
                  </a:ext>
                </a:extLst>
              </a:tr>
              <a:tr h="426640">
                <a:tc>
                  <a:txBody>
                    <a:bodyPr/>
                    <a:lstStyle/>
                    <a:p>
                      <a:pPr>
                        <a:buNone/>
                      </a:pPr>
                      <a:r>
                        <a:rPr lang="en-GB" sz="1000" b="1">
                          <a:latin typeface="Aptos"/>
                        </a:rPr>
                        <a:t>Spark New Zealand</a:t>
                      </a:r>
                    </a:p>
                  </a:txBody>
                  <a:tcPr marL="132080" marR="132080" marT="66040" marB="6604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Omni Channel Tribe Lead</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Jul 2018</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Aug 2019</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1 year, 1 month</a:t>
                      </a:r>
                    </a:p>
                  </a:txBody>
                  <a:tcPr marL="132080" marR="132080" marT="66040" marB="6604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2991655"/>
                  </a:ext>
                </a:extLst>
              </a:tr>
              <a:tr h="528320">
                <a:tc>
                  <a:txBody>
                    <a:bodyPr/>
                    <a:lstStyle/>
                    <a:p>
                      <a:pPr>
                        <a:buNone/>
                      </a:pPr>
                      <a:endParaRPr sz="2600"/>
                    </a:p>
                  </a:txBody>
                  <a:tcPr marL="132080" marR="132080" marT="66040" marB="6604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Head of Channel Operations and Planning (Sales and Service)</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Jul 2017</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Jul 2018</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1 year</a:t>
                      </a:r>
                    </a:p>
                  </a:txBody>
                  <a:tcPr marL="132080" marR="132080" marT="66040" marB="6604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9036140"/>
                  </a:ext>
                </a:extLst>
              </a:tr>
              <a:tr h="528320">
                <a:tc>
                  <a:txBody>
                    <a:bodyPr/>
                    <a:lstStyle/>
                    <a:p>
                      <a:pPr>
                        <a:buNone/>
                      </a:pPr>
                      <a:endParaRPr sz="2600" dirty="0"/>
                    </a:p>
                  </a:txBody>
                  <a:tcPr marL="132080" marR="132080" marT="66040" marB="6604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Head of Sales Operations and Planning</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Oct 2012</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Jun 2017</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4 years, 8 months</a:t>
                      </a:r>
                    </a:p>
                  </a:txBody>
                  <a:tcPr marL="132080" marR="132080" marT="66040" marB="6604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9919572"/>
                  </a:ext>
                </a:extLst>
              </a:tr>
              <a:tr h="426640">
                <a:tc>
                  <a:txBody>
                    <a:bodyPr/>
                    <a:lstStyle/>
                    <a:p>
                      <a:pPr>
                        <a:buNone/>
                      </a:pPr>
                      <a:r>
                        <a:rPr lang="en-GB" sz="1000" b="1">
                          <a:latin typeface="Aptos"/>
                        </a:rPr>
                        <a:t>Vodafone Qatar</a:t>
                      </a:r>
                    </a:p>
                  </a:txBody>
                  <a:tcPr marL="132080" marR="132080" marT="66040" marB="6604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Head of Commercial Operations</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Aug 2008</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Aug 2012</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4 years</a:t>
                      </a:r>
                    </a:p>
                  </a:txBody>
                  <a:tcPr marL="132080" marR="132080" marT="66040" marB="6604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53384793"/>
                  </a:ext>
                </a:extLst>
              </a:tr>
              <a:tr h="440267">
                <a:tc>
                  <a:txBody>
                    <a:bodyPr/>
                    <a:lstStyle/>
                    <a:p>
                      <a:pPr>
                        <a:buNone/>
                      </a:pPr>
                      <a:r>
                        <a:rPr lang="en-GB" sz="1000" b="1">
                          <a:latin typeface="Aptos"/>
                        </a:rPr>
                        <a:t>Vodafone New Zealand</a:t>
                      </a:r>
                    </a:p>
                  </a:txBody>
                  <a:tcPr marL="132080" marR="132080" marT="66040" marB="6604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General Manager Fixed Assets, Commissions and Finance Systems</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Jun 2003</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Jul 2008</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5 years, 1 month</a:t>
                      </a:r>
                    </a:p>
                  </a:txBody>
                  <a:tcPr marL="132080" marR="132080" marT="66040" marB="6604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762860"/>
                  </a:ext>
                </a:extLst>
              </a:tr>
              <a:tr h="426640">
                <a:tc>
                  <a:txBody>
                    <a:bodyPr/>
                    <a:lstStyle/>
                    <a:p>
                      <a:pPr>
                        <a:buNone/>
                      </a:pPr>
                      <a:r>
                        <a:rPr lang="en-GB" sz="1000" b="1">
                          <a:latin typeface="Aptos"/>
                        </a:rPr>
                        <a:t>Cap Gemini</a:t>
                      </a:r>
                    </a:p>
                  </a:txBody>
                  <a:tcPr marL="132080" marR="132080" marT="66040" marB="6604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Executive Consultant</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a:latin typeface="Aptos"/>
                        </a:rPr>
                        <a:t>Jan 1997</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Jan 2003</a:t>
                      </a:r>
                    </a:p>
                  </a:txBody>
                  <a:tcPr marL="132080" marR="132080" marT="66040" marB="6604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1000" dirty="0">
                          <a:latin typeface="Aptos"/>
                        </a:rPr>
                        <a:t>6 years</a:t>
                      </a:r>
                    </a:p>
                  </a:txBody>
                  <a:tcPr marL="132080" marR="132080" marT="66040" marB="6604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7085590"/>
                  </a:ext>
                </a:extLst>
              </a:tr>
            </a:tbl>
          </a:graphicData>
        </a:graphic>
      </p:graphicFrame>
      <p:graphicFrame>
        <p:nvGraphicFramePr>
          <p:cNvPr id="3" name="Table 2">
            <a:extLst>
              <a:ext uri="{FF2B5EF4-FFF2-40B4-BE49-F238E27FC236}">
                <a16:creationId xmlns:a16="http://schemas.microsoft.com/office/drawing/2014/main" id="{33915800-A36C-9EBB-5E49-28CB0EAD2FC6}"/>
              </a:ext>
            </a:extLst>
          </p:cNvPr>
          <p:cNvGraphicFramePr>
            <a:graphicFrameLocks/>
          </p:cNvGraphicFramePr>
          <p:nvPr>
            <p:extLst>
              <p:ext uri="{D42A27DB-BD31-4B8C-83A1-F6EECF244321}">
                <p14:modId xmlns:p14="http://schemas.microsoft.com/office/powerpoint/2010/main" val="356572473"/>
              </p:ext>
            </p:extLst>
          </p:nvPr>
        </p:nvGraphicFramePr>
        <p:xfrm>
          <a:off x="3441765" y="692796"/>
          <a:ext cx="6050578" cy="1543621"/>
        </p:xfrm>
        <a:graphic>
          <a:graphicData uri="http://schemas.openxmlformats.org/drawingml/2006/table">
            <a:tbl>
              <a:tblPr bandRow="1">
                <a:tableStyleId>{2D5ABB26-0587-4C30-8999-92F81FD0307C}</a:tableStyleId>
              </a:tblPr>
              <a:tblGrid>
                <a:gridCol w="2623959">
                  <a:extLst>
                    <a:ext uri="{9D8B030D-6E8A-4147-A177-3AD203B41FA5}">
                      <a16:colId xmlns:a16="http://schemas.microsoft.com/office/drawing/2014/main" val="2252499205"/>
                    </a:ext>
                  </a:extLst>
                </a:gridCol>
                <a:gridCol w="3426619">
                  <a:extLst>
                    <a:ext uri="{9D8B030D-6E8A-4147-A177-3AD203B41FA5}">
                      <a16:colId xmlns:a16="http://schemas.microsoft.com/office/drawing/2014/main" val="3268057789"/>
                    </a:ext>
                  </a:extLst>
                </a:gridCol>
              </a:tblGrid>
              <a:tr h="284600">
                <a:tc>
                  <a:txBody>
                    <a:bodyPr/>
                    <a:lstStyle/>
                    <a:p>
                      <a:pPr>
                        <a:buNone/>
                      </a:pPr>
                      <a:r>
                        <a:rPr lang="en-NZ" sz="1000" b="1">
                          <a:solidFill>
                            <a:schemeClr val="bg1"/>
                          </a:solidFill>
                          <a:latin typeface="Aptos"/>
                        </a:rPr>
                        <a:t>Notice Period</a:t>
                      </a:r>
                      <a:endParaRPr lang="en-NZ" sz="1000">
                        <a:solidFill>
                          <a:schemeClr val="bg1"/>
                        </a:solidFill>
                      </a:endParaRPr>
                    </a:p>
                  </a:txBody>
                  <a:tcPr marL="132080" marR="132080" marT="66040" marB="66040"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GB" sz="1000" i="1">
                          <a:solidFill>
                            <a:schemeClr val="bg1"/>
                          </a:solidFill>
                          <a:latin typeface="Aptos"/>
                        </a:rPr>
                        <a:t>Immediately</a:t>
                      </a:r>
                      <a:endParaRPr lang="en-NZ" sz="1000" i="1">
                        <a:solidFill>
                          <a:schemeClr val="bg1"/>
                        </a:solidFill>
                      </a:endParaRPr>
                    </a:p>
                  </a:txBody>
                  <a:tcPr marL="132080" marR="132080" marT="66040" marB="6604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58037502"/>
                  </a:ext>
                </a:extLst>
              </a:tr>
              <a:tr h="272759">
                <a:tc>
                  <a:txBody>
                    <a:bodyPr/>
                    <a:lstStyle/>
                    <a:p>
                      <a:pPr>
                        <a:buNone/>
                      </a:pPr>
                      <a:r>
                        <a:rPr lang="en-NZ" sz="1000" b="1" dirty="0">
                          <a:solidFill>
                            <a:schemeClr val="bg1"/>
                          </a:solidFill>
                          <a:latin typeface="Aptos"/>
                        </a:rPr>
                        <a:t>Base Salary Expectation</a:t>
                      </a:r>
                      <a:endParaRPr lang="en-NZ" sz="1000" dirty="0">
                        <a:solidFill>
                          <a:schemeClr val="bg1"/>
                        </a:solidFill>
                      </a:endParaRPr>
                    </a:p>
                  </a:txBody>
                  <a:tcPr marL="132080" marR="132080" marT="66040" marB="66040"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NZ" sz="1000">
                          <a:solidFill>
                            <a:schemeClr val="bg1"/>
                          </a:solidFill>
                          <a:latin typeface="Aptos"/>
                        </a:rPr>
                        <a:t>$300,000</a:t>
                      </a:r>
                    </a:p>
                  </a:txBody>
                  <a:tcPr marL="132080" marR="132080" marT="66040" marB="6604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9863457"/>
                  </a:ext>
                </a:extLst>
              </a:tr>
              <a:tr h="425952">
                <a:tc>
                  <a:txBody>
                    <a:bodyPr/>
                    <a:lstStyle/>
                    <a:p>
                      <a:pPr>
                        <a:buNone/>
                      </a:pPr>
                      <a:r>
                        <a:rPr lang="en-NZ" sz="1000" b="1" dirty="0">
                          <a:solidFill>
                            <a:schemeClr val="bg1"/>
                          </a:solidFill>
                          <a:latin typeface="Aptos"/>
                        </a:rPr>
                        <a:t>Education</a:t>
                      </a:r>
                      <a:endParaRPr lang="en-NZ" sz="1000" dirty="0">
                        <a:solidFill>
                          <a:schemeClr val="bg1"/>
                        </a:solidFill>
                      </a:endParaRPr>
                    </a:p>
                  </a:txBody>
                  <a:tcPr marL="132080" marR="132080" marT="66040" marB="66040" anchor="ctr">
                    <a:lnL>
                      <a:noFill/>
                    </a:lnL>
                    <a:lnR>
                      <a:noFill/>
                    </a:lnR>
                    <a:lnT>
                      <a:noFill/>
                    </a:lnT>
                    <a:lnB>
                      <a:noFill/>
                    </a:lnB>
                    <a:lnTlToBr w="12700" cmpd="sng">
                      <a:noFill/>
                      <a:prstDash val="solid"/>
                    </a:lnTlToBr>
                    <a:lnBlToTr w="12700" cmpd="sng">
                      <a:noFill/>
                      <a:prstDash val="solid"/>
                    </a:lnBlToTr>
                    <a:noFill/>
                  </a:tcPr>
                </a:tc>
                <a:tc>
                  <a:txBody>
                    <a:bodyPr/>
                    <a:lstStyle/>
                    <a:p>
                      <a:r>
                        <a:rPr lang="en-GB" sz="1000" dirty="0">
                          <a:solidFill>
                            <a:schemeClr val="bg1"/>
                          </a:solidFill>
                          <a:latin typeface="Aptos"/>
                        </a:rPr>
                        <a:t>Bachelor of Commerce</a:t>
                      </a:r>
                      <a:endParaRPr lang="en-NZ" sz="1000" dirty="0">
                        <a:solidFill>
                          <a:schemeClr val="bg1"/>
                        </a:solidFill>
                        <a:ea typeface="Roboto" panose="02000000000000000000" pitchFamily="2" charset="0"/>
                        <a:cs typeface="Roboto" panose="02000000000000000000" pitchFamily="2" charset="0"/>
                      </a:endParaRPr>
                    </a:p>
                  </a:txBody>
                  <a:tcPr marL="132080" marR="132080" marT="66040" marB="6604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12871463"/>
                  </a:ext>
                </a:extLst>
              </a:tr>
              <a:tr h="548589">
                <a:tc>
                  <a:txBody>
                    <a:bodyPr/>
                    <a:lstStyle/>
                    <a:p>
                      <a:pPr>
                        <a:buNone/>
                      </a:pPr>
                      <a:r>
                        <a:rPr lang="en-NZ" sz="1000" b="1" dirty="0">
                          <a:solidFill>
                            <a:schemeClr val="bg1"/>
                          </a:solidFill>
                          <a:latin typeface="Aptos"/>
                        </a:rPr>
                        <a:t>Professional Qualifications</a:t>
                      </a:r>
                    </a:p>
                  </a:txBody>
                  <a:tcPr marL="132080" marR="132080" marT="66040" marB="66040" anchor="ctr">
                    <a:lnL>
                      <a:noFill/>
                    </a:lnL>
                    <a:lnR>
                      <a:noFill/>
                    </a:lnR>
                    <a:lnT>
                      <a:noFill/>
                    </a:lnT>
                    <a:lnB>
                      <a:noFill/>
                    </a:lnB>
                    <a:lnTlToBr w="12700" cmpd="sng">
                      <a:noFill/>
                      <a:prstDash val="solid"/>
                    </a:lnTlToBr>
                    <a:lnBlToTr w="12700" cmpd="sng">
                      <a:noFill/>
                      <a:prstDash val="solid"/>
                    </a:lnBlToTr>
                    <a:noFill/>
                  </a:tcPr>
                </a:tc>
                <a:tc>
                  <a:txBody>
                    <a:bodyPr/>
                    <a:lstStyle/>
                    <a:p>
                      <a:r>
                        <a:rPr lang="en-GB" sz="1000" dirty="0">
                          <a:solidFill>
                            <a:schemeClr val="bg1"/>
                          </a:solidFill>
                          <a:latin typeface="Aptos"/>
                        </a:rPr>
                        <a:t>ACMA (UK) - Chartered Institute of Management Accountants (CIMA), Chartered Accountant (NZ)</a:t>
                      </a:r>
                      <a:endParaRPr lang="en-NZ" sz="1000" dirty="0">
                        <a:solidFill>
                          <a:schemeClr val="bg1"/>
                        </a:solidFill>
                        <a:ea typeface="Roboto" panose="02000000000000000000" pitchFamily="2" charset="0"/>
                        <a:cs typeface="Roboto" panose="02000000000000000000" pitchFamily="2" charset="0"/>
                      </a:endParaRPr>
                    </a:p>
                  </a:txBody>
                  <a:tcPr marL="132080" marR="132080" marT="66040" marB="6604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835026894"/>
                  </a:ext>
                </a:extLst>
              </a:tr>
            </a:tbl>
          </a:graphicData>
        </a:graphic>
      </p:graphicFrame>
      <p:sp>
        <p:nvSpPr>
          <p:cNvPr id="5" name="TextBox 4">
            <a:extLst>
              <a:ext uri="{FF2B5EF4-FFF2-40B4-BE49-F238E27FC236}">
                <a16:creationId xmlns:a16="http://schemas.microsoft.com/office/drawing/2014/main" id="{F078B85A-34F0-BCB9-BF83-E9D5D4C3EB4E}"/>
              </a:ext>
            </a:extLst>
          </p:cNvPr>
          <p:cNvSpPr txBox="1">
            <a:spLocks/>
          </p:cNvSpPr>
          <p:nvPr/>
        </p:nvSpPr>
        <p:spPr>
          <a:xfrm>
            <a:off x="173847" y="6426200"/>
            <a:ext cx="9558305" cy="349711"/>
          </a:xfrm>
          <a:prstGeom prst="rect">
            <a:avLst/>
          </a:prstGeom>
          <a:noFill/>
        </p:spPr>
        <p:txBody>
          <a:bodyPr wrap="square" rtlCol="0">
            <a:spAutoFit/>
          </a:bodyPr>
          <a:lstStyle/>
          <a:p>
            <a:pPr algn="ctr">
              <a:spcAft>
                <a:spcPts val="144"/>
              </a:spcAft>
            </a:pPr>
            <a:r>
              <a:rPr lang="en-NZ" sz="867" dirty="0" err="1">
                <a:solidFill>
                  <a:schemeClr val="bg1"/>
                </a:solidFill>
                <a:latin typeface="Aptos"/>
              </a:rPr>
              <a:t>Infinitas</a:t>
            </a:r>
            <a:r>
              <a:rPr lang="en-NZ" sz="867" dirty="0">
                <a:solidFill>
                  <a:schemeClr val="bg1"/>
                </a:solidFill>
                <a:latin typeface="Aptos"/>
              </a:rPr>
              <a:t> Talent Limited  |  2 Princes Street, Auckland 1010  |  +64 9 218 6127  |  infinitas.co.nz</a:t>
            </a:r>
          </a:p>
          <a:p>
            <a:pPr algn="ctr"/>
            <a:r>
              <a:rPr lang="en-NZ" sz="722" dirty="0">
                <a:solidFill>
                  <a:schemeClr val="bg1"/>
                </a:solidFill>
                <a:latin typeface="Aptos"/>
              </a:rPr>
              <a:t>This document is private and confidential. These candidates are being represented by </a:t>
            </a:r>
            <a:r>
              <a:rPr lang="en-NZ" sz="722" dirty="0" err="1">
                <a:solidFill>
                  <a:schemeClr val="bg1"/>
                </a:solidFill>
                <a:latin typeface="Aptos"/>
              </a:rPr>
              <a:t>Infinitas</a:t>
            </a:r>
            <a:r>
              <a:rPr lang="en-NZ" sz="722" dirty="0">
                <a:solidFill>
                  <a:schemeClr val="bg1"/>
                </a:solidFill>
                <a:latin typeface="Aptos"/>
              </a:rPr>
              <a:t> Talent Limited</a:t>
            </a:r>
            <a:endParaRPr lang="en-NZ" altLang="en-US" sz="578" dirty="0">
              <a:solidFill>
                <a:schemeClr val="bg1"/>
              </a:solidFill>
            </a:endParaRPr>
          </a:p>
        </p:txBody>
      </p:sp>
      <p:pic>
        <p:nvPicPr>
          <p:cNvPr id="12" name="Picture 11" descr="image.png"/>
          <p:cNvPicPr>
            <a:picLocks noChangeAspect="1"/>
          </p:cNvPicPr>
          <p:nvPr/>
        </p:nvPicPr>
        <p:blipFill>
          <a:blip r:embed="rId2"/>
          <a:stretch>
            <a:fillRect/>
          </a:stretch>
        </p:blipFill>
        <p:spPr>
          <a:xfrm>
            <a:off x="958701" y="692796"/>
            <a:ext cx="1524364" cy="1531900"/>
          </a:xfrm>
          <a:prstGeom prst="rect">
            <a:avLst/>
          </a:prstGeom>
        </p:spPr>
      </p:pic>
      <p:grpSp>
        <p:nvGrpSpPr>
          <p:cNvPr id="6" name="Group 5">
            <a:extLst>
              <a:ext uri="{FF2B5EF4-FFF2-40B4-BE49-F238E27FC236}">
                <a16:creationId xmlns:a16="http://schemas.microsoft.com/office/drawing/2014/main" id="{9F0D8EBD-2ED8-F5A1-7F7F-9C1C57DDEDE3}"/>
              </a:ext>
            </a:extLst>
          </p:cNvPr>
          <p:cNvGrpSpPr>
            <a:grpSpLocks/>
          </p:cNvGrpSpPr>
          <p:nvPr/>
        </p:nvGrpSpPr>
        <p:grpSpPr>
          <a:xfrm>
            <a:off x="244395" y="508000"/>
            <a:ext cx="9447520" cy="5809425"/>
            <a:chOff x="528638" y="1096963"/>
            <a:chExt cx="23258462" cy="11485562"/>
          </a:xfrm>
        </p:grpSpPr>
        <p:cxnSp>
          <p:nvCxnSpPr>
            <p:cNvPr id="9" name="Straight Connector 8">
              <a:extLst>
                <a:ext uri="{FF2B5EF4-FFF2-40B4-BE49-F238E27FC236}">
                  <a16:creationId xmlns:a16="http://schemas.microsoft.com/office/drawing/2014/main" id="{EF556C65-740B-4005-E6A5-283473AB03D8}"/>
                </a:ext>
              </a:extLst>
            </p:cNvPr>
            <p:cNvCxnSpPr>
              <a:cxnSpLocks/>
            </p:cNvCxnSpPr>
            <p:nvPr/>
          </p:nvCxnSpPr>
          <p:spPr>
            <a:xfrm>
              <a:off x="528638" y="1096963"/>
              <a:ext cx="2325846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4EB7E7-136B-478F-68B7-CC7C18C0A271}"/>
                </a:ext>
              </a:extLst>
            </p:cNvPr>
            <p:cNvCxnSpPr>
              <a:cxnSpLocks/>
            </p:cNvCxnSpPr>
            <p:nvPr/>
          </p:nvCxnSpPr>
          <p:spPr>
            <a:xfrm>
              <a:off x="528638" y="12582525"/>
              <a:ext cx="2325846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15836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8EE3E-8DDB-2A95-889E-9FBB977C51C8}"/>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3B31C340-8E5C-3C72-B622-E7941999DE68}"/>
              </a:ext>
            </a:extLst>
          </p:cNvPr>
          <p:cNvSpPr>
            <a:spLocks/>
          </p:cNvSpPr>
          <p:nvPr/>
        </p:nvSpPr>
        <p:spPr>
          <a:xfrm>
            <a:off x="254000" y="624951"/>
            <a:ext cx="9441157" cy="5420249"/>
          </a:xfrm>
          <a:prstGeom prst="roundRect">
            <a:avLst>
              <a:gd name="adj" fmla="val 0"/>
            </a:avLst>
          </a:prstGeom>
          <a:solidFill>
            <a:schemeClr val="bg1"/>
          </a:solidFill>
          <a:ln w="6350">
            <a:solidFill>
              <a:srgbClr val="004899"/>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endParaRPr lang="en-NZ" sz="1100" dirty="0">
              <a:solidFill>
                <a:schemeClr val="tx1"/>
              </a:solidFill>
            </a:endParaRPr>
          </a:p>
          <a:p>
            <a:pPr algn="just"/>
            <a:r>
              <a:rPr lang="en-GB" sz="1100" dirty="0">
                <a:solidFill>
                  <a:schemeClr val="tx1"/>
                </a:solidFill>
                <a:latin typeface="Aptos"/>
              </a:rPr>
              <a:t>We have known Phil for a number of years and having taken a year and half off  work to travel and also look after his parents he is looking to come back to the workforce to lead a business and help drive a commercial growth strategy. Having come from a background </a:t>
            </a:r>
            <a:r>
              <a:rPr lang="en-GB" sz="1100" dirty="0">
                <a:solidFill>
                  <a:schemeClr val="tx1"/>
                </a:solidFill>
              </a:rPr>
              <a:t>of finance, he has strong skills with numbers and commercials but is also an exceptional people  leader and a down-to-earth </a:t>
            </a:r>
            <a:r>
              <a:rPr lang="en-GB" sz="1100" dirty="0">
                <a:solidFill>
                  <a:schemeClr val="tx1"/>
                </a:solidFill>
                <a:latin typeface="Aptos"/>
              </a:rPr>
              <a:t>person. </a:t>
            </a:r>
          </a:p>
          <a:p>
            <a:pPr algn="just"/>
            <a:r>
              <a:rPr lang="en-GB" sz="1100" dirty="0">
                <a:solidFill>
                  <a:schemeClr val="tx1"/>
                </a:solidFill>
                <a:latin typeface="Aptos"/>
              </a:rPr>
              <a:t>He’s very comfortable thinking and acting at network level. He’s grown a multi-site healthcare business of around 130 sites across the country and has experience of acquisitions. As a data centric and strategic person, he uses data across the whole network to spot where to invest, where to merge sites, and where to exit. He’s drawn to distributed, customer-facing businesses like Pit Stop and talks clearly about using a national brand and consistent standards to lift performance, without losing local relevance.</a:t>
            </a:r>
          </a:p>
          <a:p>
            <a:pPr algn="just"/>
            <a:endParaRPr lang="en-GB" sz="1100" dirty="0">
              <a:solidFill>
                <a:schemeClr val="tx1"/>
              </a:solidFill>
              <a:latin typeface="Aptos"/>
            </a:endParaRPr>
          </a:p>
          <a:p>
            <a:pPr algn="just"/>
            <a:r>
              <a:rPr lang="en-GB" sz="1100" dirty="0">
                <a:solidFill>
                  <a:schemeClr val="tx1"/>
                </a:solidFill>
                <a:latin typeface="Aptos"/>
              </a:rPr>
              <a:t>His bias is strongly people and relationship led. He’s worked with lots of owner operators and franchisees and understands the sensitivities around control, drawings and change. He’s wary of “ivory tower” leadership and focuses on being visible, listening first and building trust. He also has a track record in sectors where strong clinical and safety standards matter, and he connects culture directly to quality and customer outcomes rather than “soft stuff on the side.”</a:t>
            </a:r>
          </a:p>
          <a:p>
            <a:pPr algn="just"/>
            <a:endParaRPr lang="en-GB" sz="1100" dirty="0">
              <a:solidFill>
                <a:schemeClr val="tx1"/>
              </a:solidFill>
              <a:latin typeface="Aptos"/>
            </a:endParaRPr>
          </a:p>
          <a:p>
            <a:pPr algn="just"/>
            <a:r>
              <a:rPr lang="en-GB" sz="1100" dirty="0">
                <a:solidFill>
                  <a:schemeClr val="tx1"/>
                </a:solidFill>
                <a:latin typeface="Aptos"/>
              </a:rPr>
              <a:t>Phil is a strong listener and will take the time to understand the business and its people. He has good experience of leading regions through people but is willing to get down into the detail when required. His style is collaborative and coaching oriented, and he prefers to co design the plan with his direct reports rather than arrive with a fixed playbook, while still being clear about performance expectations.</a:t>
            </a:r>
          </a:p>
          <a:p>
            <a:pPr algn="just"/>
            <a:endParaRPr lang="en-GB" sz="1100" dirty="0">
              <a:solidFill>
                <a:schemeClr val="tx1"/>
              </a:solidFill>
              <a:latin typeface="Aptos"/>
            </a:endParaRPr>
          </a:p>
          <a:p>
            <a:pPr algn="just"/>
            <a:r>
              <a:rPr lang="en-GB" sz="1100" dirty="0">
                <a:solidFill>
                  <a:schemeClr val="tx1"/>
                </a:solidFill>
                <a:latin typeface="Aptos"/>
              </a:rPr>
              <a:t>As we alluded to above, he started his career in chartered accounting and is very comfortable in P&amp;Ls, cashflows and deal structures. He has designed complex commission schemes to drive revenue, customer metrics and retention, and he uses benchmarking across 100+ sites to pick up outliers quickly. He’s negotiated leases, CPI and renewal terms, landlord contributions and COVID rent reductions with both institutional and “Mum and Dad” landlords. He also has M&amp;A experience: assessing practices, adjusting for owner drawings, and deciding what the business is really worth.</a:t>
            </a:r>
          </a:p>
          <a:p>
            <a:pPr algn="just"/>
            <a:endParaRPr lang="en-GB" sz="1100" dirty="0">
              <a:solidFill>
                <a:schemeClr val="tx1"/>
              </a:solidFill>
              <a:latin typeface="Aptos"/>
            </a:endParaRPr>
          </a:p>
          <a:p>
            <a:pPr algn="just"/>
            <a:r>
              <a:rPr lang="en-GB" sz="1100" dirty="0">
                <a:solidFill>
                  <a:schemeClr val="tx1"/>
                </a:solidFill>
                <a:latin typeface="Aptos"/>
              </a:rPr>
              <a:t>Operationally, he has run large, multi-site networks on a daily rhythm of numbers and action. He reviews revenue and activity early each morning, tracks utilisation across sites, and expects monthly P&amp;L reviews down to individual location level. He’s been responsible for new builds and refurbishments (including negotiating base-build works to save cost later), and in earlier telecoms roles handled logistics and procurement in challenging environments. During COVID he set up practical contingency arrangements (e.g. distributed storage of PPE across 40+ sites) to keep operations running.</a:t>
            </a:r>
          </a:p>
          <a:p>
            <a:pPr algn="just"/>
            <a:endParaRPr lang="en-GB" sz="1100" dirty="0">
              <a:solidFill>
                <a:schemeClr val="tx1"/>
              </a:solidFill>
              <a:latin typeface="Aptos"/>
            </a:endParaRPr>
          </a:p>
          <a:p>
            <a:pPr algn="just"/>
            <a:r>
              <a:rPr lang="en-GB" sz="1100" dirty="0">
                <a:solidFill>
                  <a:schemeClr val="tx1"/>
                </a:solidFill>
                <a:latin typeface="Aptos"/>
              </a:rPr>
              <a:t>In summary we think Phil has all the personal, commercial and operational experience to make a success of this role and be a true trusted partner to the owners Chris and Sharman Ring. He is driven but considered and he could be a very strong option for this role. </a:t>
            </a:r>
          </a:p>
          <a:p>
            <a:pPr algn="just"/>
            <a:endParaRPr lang="en-NZ" sz="1100" dirty="0">
              <a:solidFill>
                <a:schemeClr val="tx1"/>
              </a:solidFill>
            </a:endParaRPr>
          </a:p>
          <a:p>
            <a:pPr algn="just"/>
            <a:endParaRPr lang="en-NZ" sz="1100" dirty="0">
              <a:solidFill>
                <a:schemeClr val="tx1"/>
              </a:solidFill>
            </a:endParaRPr>
          </a:p>
          <a:p>
            <a:pPr algn="just"/>
            <a:endParaRPr lang="en-NZ" sz="1100" dirty="0">
              <a:solidFill>
                <a:schemeClr val="tx1"/>
              </a:solidFill>
            </a:endParaRPr>
          </a:p>
          <a:p>
            <a:pPr algn="just"/>
            <a:endParaRPr lang="en-NZ" sz="1100" dirty="0">
              <a:solidFill>
                <a:schemeClr val="tx1"/>
              </a:solidFill>
            </a:endParaRPr>
          </a:p>
          <a:p>
            <a:pPr algn="just"/>
            <a:endParaRPr lang="en-NZ" sz="1100" dirty="0">
              <a:solidFill>
                <a:schemeClr val="tx1"/>
              </a:solidFill>
            </a:endParaRPr>
          </a:p>
          <a:p>
            <a:pPr algn="just"/>
            <a:endParaRPr lang="en-NZ" sz="1100" dirty="0">
              <a:solidFill>
                <a:schemeClr val="tx1"/>
              </a:solidFill>
            </a:endParaRPr>
          </a:p>
          <a:p>
            <a:pPr algn="just"/>
            <a:endParaRPr lang="en-NZ" sz="1100" dirty="0">
              <a:solidFill>
                <a:schemeClr val="tx1"/>
              </a:solidFill>
            </a:endParaRPr>
          </a:p>
          <a:p>
            <a:pPr algn="just"/>
            <a:endParaRPr lang="en-NZ" sz="1100" dirty="0">
              <a:solidFill>
                <a:schemeClr val="tx1"/>
              </a:solidFill>
            </a:endParaRPr>
          </a:p>
          <a:p>
            <a:pPr algn="just"/>
            <a:endParaRPr lang="en-NZ" sz="1100" dirty="0">
              <a:solidFill>
                <a:schemeClr val="tx1"/>
              </a:solidFill>
            </a:endParaRPr>
          </a:p>
          <a:p>
            <a:pPr algn="just">
              <a:lnSpc>
                <a:spcPct val="107000"/>
              </a:lnSpc>
              <a:spcAft>
                <a:spcPts val="1156"/>
              </a:spcAft>
            </a:pPr>
            <a:endParaRPr lang="en-NZ" sz="1100" kern="100" dirty="0">
              <a:solidFill>
                <a:schemeClr val="tx1"/>
              </a:solidFill>
              <a:latin typeface="Aptos" panose="020B0004020202020204" pitchFamily="34" charset="0"/>
              <a:ea typeface="Aptos" panose="020B00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D2D0164-86FC-624A-0F09-0FB0D24620A1}"/>
              </a:ext>
            </a:extLst>
          </p:cNvPr>
          <p:cNvSpPr txBox="1"/>
          <p:nvPr/>
        </p:nvSpPr>
        <p:spPr>
          <a:xfrm>
            <a:off x="4004522" y="201092"/>
            <a:ext cx="1822963" cy="369332"/>
          </a:xfrm>
          <a:prstGeom prst="rect">
            <a:avLst/>
          </a:prstGeom>
          <a:noFill/>
        </p:spPr>
        <p:txBody>
          <a:bodyPr wrap="square">
            <a:spAutoFit/>
          </a:bodyPr>
          <a:lstStyle/>
          <a:p>
            <a:pPr marL="12700">
              <a:lnSpc>
                <a:spcPct val="100000"/>
              </a:lnSpc>
              <a:spcBef>
                <a:spcPts val="95"/>
              </a:spcBef>
            </a:pPr>
            <a:r>
              <a:rPr lang="en-NZ" sz="1800" dirty="0">
                <a:solidFill>
                  <a:srgbClr val="004899"/>
                </a:solidFill>
                <a:latin typeface="+mj-lt"/>
                <a:cs typeface="Franklin Gothic Demi"/>
              </a:rPr>
              <a:t>Candidate Notes</a:t>
            </a:r>
          </a:p>
        </p:txBody>
      </p:sp>
      <p:sp>
        <p:nvSpPr>
          <p:cNvPr id="15" name="FooterBar">
            <a:extLst>
              <a:ext uri="{FF2B5EF4-FFF2-40B4-BE49-F238E27FC236}">
                <a16:creationId xmlns:a16="http://schemas.microsoft.com/office/drawing/2014/main" id="{7295703C-6475-24D5-DD9B-07878BADB50D}"/>
              </a:ext>
            </a:extLst>
          </p:cNvPr>
          <p:cNvSpPr/>
          <p:nvPr/>
        </p:nvSpPr>
        <p:spPr>
          <a:xfrm>
            <a:off x="0" y="6331617"/>
            <a:ext cx="9906000" cy="550333"/>
          </a:xfrm>
          <a:prstGeom prst="rect">
            <a:avLst/>
          </a:prstGeom>
          <a:solidFill>
            <a:srgbClr val="004899"/>
          </a:solidFill>
          <a:ln>
            <a:noFill/>
          </a:ln>
        </p:spPr>
        <p:txBody>
          <a:bodyPr/>
          <a:lstStyle/>
          <a:p>
            <a:endParaRPr lang="en-NZ" sz="2600"/>
          </a:p>
        </p:txBody>
      </p:sp>
      <p:sp>
        <p:nvSpPr>
          <p:cNvPr id="16" name="TextBox 15">
            <a:extLst>
              <a:ext uri="{FF2B5EF4-FFF2-40B4-BE49-F238E27FC236}">
                <a16:creationId xmlns:a16="http://schemas.microsoft.com/office/drawing/2014/main" id="{DFD97709-503C-139E-F82E-09B1D0ACC66F}"/>
              </a:ext>
            </a:extLst>
          </p:cNvPr>
          <p:cNvSpPr txBox="1">
            <a:spLocks/>
          </p:cNvSpPr>
          <p:nvPr/>
        </p:nvSpPr>
        <p:spPr>
          <a:xfrm>
            <a:off x="173847" y="6426200"/>
            <a:ext cx="9558305" cy="349711"/>
          </a:xfrm>
          <a:prstGeom prst="rect">
            <a:avLst/>
          </a:prstGeom>
          <a:noFill/>
        </p:spPr>
        <p:txBody>
          <a:bodyPr wrap="square" rtlCol="0">
            <a:spAutoFit/>
          </a:bodyPr>
          <a:lstStyle/>
          <a:p>
            <a:pPr algn="ctr">
              <a:spcAft>
                <a:spcPts val="144"/>
              </a:spcAft>
            </a:pPr>
            <a:r>
              <a:rPr lang="en-NZ" sz="867" dirty="0" err="1">
                <a:solidFill>
                  <a:schemeClr val="bg1"/>
                </a:solidFill>
                <a:latin typeface="Aptos"/>
              </a:rPr>
              <a:t>Infinitas</a:t>
            </a:r>
            <a:r>
              <a:rPr lang="en-NZ" sz="867" dirty="0">
                <a:solidFill>
                  <a:schemeClr val="bg1"/>
                </a:solidFill>
                <a:latin typeface="Aptos"/>
              </a:rPr>
              <a:t> Talent Limited  |  2 Princes Street, Auckland 1010  |  +64 9 218 6127  |  infinitas.co.nz</a:t>
            </a:r>
          </a:p>
          <a:p>
            <a:pPr algn="ctr"/>
            <a:r>
              <a:rPr lang="en-NZ" sz="722" dirty="0">
                <a:solidFill>
                  <a:schemeClr val="bg1"/>
                </a:solidFill>
                <a:latin typeface="Aptos"/>
              </a:rPr>
              <a:t>This document is private and confidential. These candidates are being represented by </a:t>
            </a:r>
            <a:r>
              <a:rPr lang="en-NZ" sz="722" dirty="0" err="1">
                <a:solidFill>
                  <a:schemeClr val="bg1"/>
                </a:solidFill>
                <a:latin typeface="Aptos"/>
              </a:rPr>
              <a:t>Infinitas</a:t>
            </a:r>
            <a:r>
              <a:rPr lang="en-NZ" sz="722" dirty="0">
                <a:solidFill>
                  <a:schemeClr val="bg1"/>
                </a:solidFill>
                <a:latin typeface="Aptos"/>
              </a:rPr>
              <a:t> Talent Limited</a:t>
            </a:r>
            <a:endParaRPr lang="en-NZ" altLang="en-US" sz="578" dirty="0">
              <a:solidFill>
                <a:schemeClr val="bg1"/>
              </a:solidFill>
            </a:endParaRPr>
          </a:p>
        </p:txBody>
      </p:sp>
    </p:spTree>
    <p:extLst>
      <p:ext uri="{BB962C8B-B14F-4D97-AF65-F5344CB8AC3E}">
        <p14:creationId xmlns:p14="http://schemas.microsoft.com/office/powerpoint/2010/main" val="2217482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ew Test Shortlist - Copy" id="{B8B717F7-D9FE-47E9-961C-FC975D9CCF8D}" vid="{D596B08B-8456-4213-9A4A-0164D29CC2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New Test Shortlist - Template</Template>
  <TotalTime>45</TotalTime>
  <Words>832</Words>
  <Application>Microsoft Office PowerPoint</Application>
  <PresentationFormat>A4 Paper (210x297 mm)</PresentationFormat>
  <Paragraphs>80</Paragraphs>
  <Slides>3</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vt:i4>
      </vt:variant>
    </vt:vector>
  </HeadingPairs>
  <TitlesOfParts>
    <vt:vector size="14" baseType="lpstr">
      <vt:lpstr>Aptos</vt:lpstr>
      <vt:lpstr>Aptos Display</vt:lpstr>
      <vt:lpstr>Arial</vt:lpstr>
      <vt:lpstr>Calibri</vt:lpstr>
      <vt:lpstr>Calibri (MS) Italics</vt:lpstr>
      <vt:lpstr>Franklin Gothic Book</vt:lpstr>
      <vt:lpstr>Franklin Gothic Demi</vt:lpstr>
      <vt:lpstr>Rethink Sans</vt:lpstr>
      <vt:lpstr>Roboto</vt:lpstr>
      <vt:lpstr>Office Theme</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Aimee Mather</dc:creator>
  <cp:lastModifiedBy>Tate McClenaghan</cp:lastModifiedBy>
  <cp:revision>4</cp:revision>
  <dcterms:created xsi:type="dcterms:W3CDTF">2025-11-04T00:28:23Z</dcterms:created>
  <dcterms:modified xsi:type="dcterms:W3CDTF">2026-03-16T19:54:50Z</dcterms:modified>
</cp:coreProperties>
</file>